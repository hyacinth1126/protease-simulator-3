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9" r:id="rId3"/>
    <p:sldId id="371" r:id="rId4"/>
    <p:sldId id="372" r:id="rId5"/>
    <p:sldId id="364" r:id="rId6"/>
    <p:sldId id="373" r:id="rId7"/>
    <p:sldId id="378" r:id="rId8"/>
    <p:sldId id="363" r:id="rId9"/>
    <p:sldId id="370" r:id="rId10"/>
    <p:sldId id="368" r:id="rId11"/>
    <p:sldId id="375" r:id="rId12"/>
    <p:sldId id="366" r:id="rId13"/>
    <p:sldId id="374" r:id="rId14"/>
    <p:sldId id="376" r:id="rId15"/>
    <p:sldId id="379" r:id="rId16"/>
    <p:sldId id="380" r:id="rId17"/>
    <p:sldId id="381" r:id="rId18"/>
    <p:sldId id="332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7AEA"/>
    <a:srgbClr val="D07DE7"/>
    <a:srgbClr val="002060"/>
    <a:srgbClr val="5B646C"/>
    <a:srgbClr val="EAF0F1"/>
    <a:srgbClr val="E69F00"/>
    <a:srgbClr val="F2CF7F"/>
    <a:srgbClr val="55B3E9"/>
    <a:srgbClr val="AAD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ECA8A-F01A-4AAD-9B3D-73EE54E0B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1A517C-4D1D-43D7-8EF4-E1A236362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8B004-D098-40D4-A7FF-BEB10B527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3692AC-72AF-4BC4-925E-0AAC6975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46A9E6-3E5E-46B4-AC21-E87AD85F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99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4C697-DC36-42BA-B336-7832556B0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88E564-4B17-41E5-BCF0-06D0A9942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7B74BE-F25A-4B98-9ABB-74841314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F4FBBF-3603-42C0-9E6A-B58140AE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B2EB07-0731-4B5B-A82E-5C4CF067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442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FE8A5-5904-4A2F-9306-C9D872D8C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D92BB7-5B0C-49F1-B3EC-4DD24BE40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1A82F7-E506-4418-A100-8B85C84E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BF7474-8F13-4824-AD64-2EE2D922E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097AEE-22A1-4C84-A98B-8D88B2ED8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342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9F5630-EB2C-4F2D-ABCC-DBFE0B1D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2535F4-217F-4946-83F2-4A34E4A6F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E7A1EE-616E-4E8E-B916-15E30024D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6DAAAD-876E-4DA2-A7F3-E0BBD894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BF6BAC-F1F7-4132-A0C4-9D0DB40C7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41CAAA-01B0-4C14-827E-51899DAA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48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14560-6939-49F8-90C9-538BD017F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0BDB2B-4394-43C8-9059-5F4D5FB32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BEAED6-6CF5-40E1-9B43-463FDF233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531ABA-F629-4952-BAAF-F53040EA7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AB12D7-7ABF-42CE-824C-2186692C00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649849-5311-4A72-A0F2-5F8C413B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08A3DB7-07A0-49DA-B34A-91505B6DE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067E11-2C27-4F24-B5DB-9796C110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33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D7DE8-D660-450E-A93F-2FEE9BADA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57488C-7D04-4D4F-8E85-5A3700A8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2D30EA-B9DB-415B-B735-597E7163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CD14F5-B111-4275-936D-134FB998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78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982680-2248-4938-9CED-1E75AB2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C69DC39-3CCB-44BD-B9E6-57E3B58EB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88DA3-10AD-4FEA-A471-961506B5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27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34682-A207-4681-AB22-10E397AF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BC2739-767C-4E20-BAB7-F48202B2D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DA52D8-9AE2-457E-94AB-88CFB13D2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AF6183-E13E-4109-BAB5-F07646C7C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588081-4A34-40A5-832F-A364EC33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59D5BE-8F99-4ADF-8670-12DE74F5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422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B01DA-62C1-4761-AB9E-CC9BD13B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B22453-E9B7-4AE2-9F50-B3098824B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ABD848-8B5E-455B-9F3C-EA967F4E6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00B107-3530-4195-8B00-BC7A7693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866B3B-CFF1-4944-B69B-8F5FC2EA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F9657B-C1C2-41AC-995A-BDF3D7C8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030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83855-438C-49C0-9802-4B2435E76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048F7B-3AD6-455D-94EC-A1B53E131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31E51-6090-48E0-9936-C412029E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FFF843-6D06-4122-B174-3F01D4205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39E116-D2B6-423F-A56F-E86159DD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871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50F8C0-D84D-4E69-AAF2-3FA894FA3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E5B0DF-881F-455A-AE7D-A411ADE11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483316-856B-406D-98CA-31A74D7F6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CF94-4B99-4CD7-BE54-9A99560E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586DC8-BA90-4FA8-890C-790E1EC5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7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E15FFD-B907-4871-A7FB-9B612553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A03CAE-A082-4D65-9489-098C84C66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737049-235A-4BC6-B5C0-6B5B0BCCFF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73083-BCAB-4DD0-9686-D1A03B7ADFD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806046-0420-445D-BA6C-8F32E6858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01F627-11B3-4239-A6D8-BDB443691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55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www.sciencedirect.com/science/article/pii/S1991790224003362?via%3Dihub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www.sciencedirect.com/science/article/pii/S1991790224003362?via%3Dihub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www.sciencedirect.com/science/article/pii/S1991790224003362?via%3Dihub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www.sciencedirect.com/science/article/pii/S1991790224003362?via%3Dihub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D06732-05C9-4D44-9F74-436872406FE6}"/>
              </a:ext>
            </a:extLst>
          </p:cNvPr>
          <p:cNvSpPr/>
          <p:nvPr/>
        </p:nvSpPr>
        <p:spPr>
          <a:xfrm>
            <a:off x="-1" y="1031198"/>
            <a:ext cx="12192001" cy="479560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669CF6-87B1-4CAC-A91A-FEA90CCA87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68" y="5979809"/>
            <a:ext cx="3065352" cy="7343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21CED2-6463-401D-9FC8-AF1215B10B2E}"/>
              </a:ext>
            </a:extLst>
          </p:cNvPr>
          <p:cNvSpPr txBox="1"/>
          <p:nvPr/>
        </p:nvSpPr>
        <p:spPr>
          <a:xfrm>
            <a:off x="116113" y="537429"/>
            <a:ext cx="178766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10/30 2025</a:t>
            </a:r>
            <a:endParaRPr lang="ko-KR" altLang="en-US" sz="25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3C642E-5F4E-48B2-85A3-934DC7DFCD8B}"/>
              </a:ext>
            </a:extLst>
          </p:cNvPr>
          <p:cNvSpPr/>
          <p:nvPr/>
        </p:nvSpPr>
        <p:spPr>
          <a:xfrm>
            <a:off x="156047" y="1613119"/>
            <a:ext cx="11879907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Protease Simulation</a:t>
            </a:r>
          </a:p>
          <a:p>
            <a:pPr algn="ctr"/>
            <a:endParaRPr lang="en-US" altLang="ko-KR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altLang="ko-KR" sz="3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altLang="ko-KR" sz="3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altLang="ko-KR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Dong-</a:t>
            </a:r>
            <a:r>
              <a:rPr lang="en-US" altLang="ko-KR" sz="3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Sik</a:t>
            </a:r>
            <a:r>
              <a:rPr lang="en-US" altLang="ko-KR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Shin</a:t>
            </a:r>
          </a:p>
          <a:p>
            <a:pPr algn="r"/>
            <a:r>
              <a:rPr lang="en-US" altLang="ko-KR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Hye-Won Kim</a:t>
            </a:r>
          </a:p>
        </p:txBody>
      </p:sp>
    </p:spTree>
    <p:extLst>
      <p:ext uri="{BB962C8B-B14F-4D97-AF65-F5344CB8AC3E}">
        <p14:creationId xmlns:p14="http://schemas.microsoft.com/office/powerpoint/2010/main" val="289606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9856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소광된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펩타이드의 효소 분해에 따른 형광 방출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0973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0E126F-2C81-4D9A-A772-BB7BEEF22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897" y="1129980"/>
            <a:ext cx="7990527" cy="514666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4D73E95-6430-44E8-9F88-B4BBD89084ED}"/>
              </a:ext>
            </a:extLst>
          </p:cNvPr>
          <p:cNvSpPr txBox="1"/>
          <p:nvPr/>
        </p:nvSpPr>
        <p:spPr>
          <a:xfrm>
            <a:off x="10231995" y="621047"/>
            <a:ext cx="16786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Regardless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[E] constant, [S]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excess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[S] constant, [E] excess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2158A29-F3F5-4524-AF40-A78BA5A05A7B}"/>
              </a:ext>
            </a:extLst>
          </p:cNvPr>
          <p:cNvGrpSpPr/>
          <p:nvPr/>
        </p:nvGrpSpPr>
        <p:grpSpPr>
          <a:xfrm>
            <a:off x="435140" y="1770604"/>
            <a:ext cx="3927678" cy="2587393"/>
            <a:chOff x="435140" y="1770604"/>
            <a:chExt cx="3927678" cy="2587393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16E3BE8-A6C6-406D-9B05-8A0D591956E6}"/>
                </a:ext>
              </a:extLst>
            </p:cNvPr>
            <p:cNvGrpSpPr/>
            <p:nvPr/>
          </p:nvGrpSpPr>
          <p:grpSpPr>
            <a:xfrm>
              <a:off x="435140" y="1770604"/>
              <a:ext cx="3927678" cy="2587393"/>
              <a:chOff x="349415" y="1437229"/>
              <a:chExt cx="3927678" cy="2587393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42ED4D6-D257-41A0-B01E-AC1C5408AECA}"/>
                  </a:ext>
                </a:extLst>
              </p:cNvPr>
              <p:cNvSpPr/>
              <p:nvPr/>
            </p:nvSpPr>
            <p:spPr>
              <a:xfrm>
                <a:off x="349415" y="1437229"/>
                <a:ext cx="2628900" cy="2267996"/>
              </a:xfrm>
              <a:prstGeom prst="rect">
                <a:avLst/>
              </a:prstGeom>
              <a:solidFill>
                <a:srgbClr val="AAD9F4"/>
              </a:solidFill>
              <a:ln>
                <a:solidFill>
                  <a:srgbClr val="55B3E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2E4F3E-538F-45B6-AAB5-3B74644DEED8}"/>
                  </a:ext>
                </a:extLst>
              </p:cNvPr>
              <p:cNvSpPr txBox="1"/>
              <p:nvPr/>
            </p:nvSpPr>
            <p:spPr>
              <a:xfrm>
                <a:off x="349415" y="1493810"/>
                <a:ext cx="18982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28600" indent="-228600">
                  <a:buAutoNum type="arabicPeriod"/>
                </a:pPr>
                <a:r>
                  <a:rPr lang="en-US" altLang="ko-KR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 Phase (1-2 min)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Pseudo-first-order kinetics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curve</a:t>
                </a: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0100BB4-9738-4786-946B-ECB0E8EF1D58}"/>
                  </a:ext>
                </a:extLst>
              </p:cNvPr>
              <p:cNvSpPr txBox="1"/>
              <p:nvPr/>
            </p:nvSpPr>
            <p:spPr>
              <a:xfrm>
                <a:off x="349415" y="2174390"/>
                <a:ext cx="1678665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[E] constant, [S]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excess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F(t)=</a:t>
                </a:r>
                <a:r>
                  <a:rPr lang="en-US" altLang="ko-KR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kcat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​[E0​]t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F(t): 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누적 형광 세기</a:t>
                </a:r>
                <a:endPara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kcat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: turnover number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[E0]: 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효소 농도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86615B5-8A47-4A6A-B4E2-3DF7131E9E80}"/>
                  </a:ext>
                </a:extLst>
              </p:cNvPr>
              <p:cNvSpPr txBox="1"/>
              <p:nvPr/>
            </p:nvSpPr>
            <p:spPr>
              <a:xfrm>
                <a:off x="349415" y="3055935"/>
                <a:ext cx="18982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[S] constant, [E] excess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Pseudo-first-order kinetics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curve</a:t>
                </a: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796FC9-603F-49E2-8BF5-94961FC516FA}"/>
                  </a:ext>
                </a:extLst>
              </p:cNvPr>
              <p:cNvSpPr txBox="1"/>
              <p:nvPr/>
            </p:nvSpPr>
            <p:spPr>
              <a:xfrm>
                <a:off x="349415" y="3778401"/>
                <a:ext cx="39276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실험적으로는 구할 때는 초기 선형 구간으로 기울기로 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v0 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구함</a:t>
                </a:r>
              </a:p>
            </p:txBody>
          </p:sp>
        </p:grp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3C6A4E25-E29A-4F0B-AB25-B3E0482C2F9C}"/>
                </a:ext>
              </a:extLst>
            </p:cNvPr>
            <p:cNvCxnSpPr/>
            <p:nvPr/>
          </p:nvCxnSpPr>
          <p:spPr>
            <a:xfrm>
              <a:off x="3067050" y="2000250"/>
              <a:ext cx="1000125" cy="0"/>
            </a:xfrm>
            <a:prstGeom prst="straightConnector1">
              <a:avLst/>
            </a:prstGeom>
            <a:ln>
              <a:solidFill>
                <a:srgbClr val="55B3E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56156CEA-7BBE-4516-BBF5-775C52CDA4D6}"/>
              </a:ext>
            </a:extLst>
          </p:cNvPr>
          <p:cNvSpPr/>
          <p:nvPr/>
        </p:nvSpPr>
        <p:spPr>
          <a:xfrm>
            <a:off x="8743950" y="1743075"/>
            <a:ext cx="2076450" cy="38100"/>
          </a:xfrm>
          <a:custGeom>
            <a:avLst/>
            <a:gdLst>
              <a:gd name="connsiteX0" fmla="*/ 0 w 2076450"/>
              <a:gd name="connsiteY0" fmla="*/ 38100 h 38100"/>
              <a:gd name="connsiteX1" fmla="*/ 2076450 w 2076450"/>
              <a:gd name="connsiteY1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6450" h="38100">
                <a:moveTo>
                  <a:pt x="0" y="38100"/>
                </a:moveTo>
                <a:lnTo>
                  <a:pt x="2076450" y="0"/>
                </a:lnTo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6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9856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소광된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펩타이드의 효소 분해에 따른 형광 방출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0973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0E126F-2C81-4D9A-A772-BB7BEEF22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897" y="1129980"/>
            <a:ext cx="7990527" cy="5146664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D2158A29-F3F5-4524-AF40-A78BA5A05A7B}"/>
              </a:ext>
            </a:extLst>
          </p:cNvPr>
          <p:cNvGrpSpPr/>
          <p:nvPr/>
        </p:nvGrpSpPr>
        <p:grpSpPr>
          <a:xfrm>
            <a:off x="2816390" y="1743075"/>
            <a:ext cx="3632035" cy="2039662"/>
            <a:chOff x="435140" y="1770604"/>
            <a:chExt cx="3632035" cy="2039662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16E3BE8-A6C6-406D-9B05-8A0D591956E6}"/>
                </a:ext>
              </a:extLst>
            </p:cNvPr>
            <p:cNvGrpSpPr/>
            <p:nvPr/>
          </p:nvGrpSpPr>
          <p:grpSpPr>
            <a:xfrm>
              <a:off x="435140" y="1770604"/>
              <a:ext cx="2628900" cy="2039662"/>
              <a:chOff x="349415" y="1437229"/>
              <a:chExt cx="2628900" cy="2039662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42ED4D6-D257-41A0-B01E-AC1C5408AECA}"/>
                  </a:ext>
                </a:extLst>
              </p:cNvPr>
              <p:cNvSpPr/>
              <p:nvPr/>
            </p:nvSpPr>
            <p:spPr>
              <a:xfrm>
                <a:off x="349415" y="1437229"/>
                <a:ext cx="2628900" cy="2039662"/>
              </a:xfrm>
              <a:prstGeom prst="rect">
                <a:avLst/>
              </a:prstGeom>
              <a:solidFill>
                <a:srgbClr val="F2CF7F"/>
              </a:solidFill>
              <a:ln>
                <a:solidFill>
                  <a:srgbClr val="E69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2E4F3E-538F-45B6-AAB5-3B74644DEED8}"/>
                  </a:ext>
                </a:extLst>
              </p:cNvPr>
              <p:cNvSpPr txBox="1"/>
              <p:nvPr/>
            </p:nvSpPr>
            <p:spPr>
              <a:xfrm>
                <a:off x="349415" y="1493810"/>
                <a:ext cx="21419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28600" indent="-228600">
                  <a:buFont typeface="+mj-lt"/>
                  <a:buAutoNum type="arabicPeriod" startAt="2"/>
                </a:pPr>
                <a:r>
                  <a:rPr lang="en-US" altLang="ko-KR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Intermediate Phase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Exponential curve (asymptotic)</a:t>
                </a: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0100BB4-9738-4786-946B-ECB0E8EF1D58}"/>
                  </a:ext>
                </a:extLst>
              </p:cNvPr>
              <p:cNvSpPr txBox="1"/>
              <p:nvPr/>
            </p:nvSpPr>
            <p:spPr>
              <a:xfrm>
                <a:off x="349415" y="1893920"/>
                <a:ext cx="204735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[E] constant, [S]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excess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Michaelis-Menten eq. </a:t>
                </a:r>
                <a:r>
                  <a:rPr lang="ko-KR" altLang="en-US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적분식</a:t>
                </a:r>
                <a:endPara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F(t)=</a:t>
                </a:r>
                <a:r>
                  <a:rPr lang="en-US" altLang="ko-KR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Fmax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​(1−e−kobs​t)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86615B5-8A47-4A6A-B4E2-3DF7131E9E80}"/>
                  </a:ext>
                </a:extLst>
              </p:cNvPr>
              <p:cNvSpPr txBox="1"/>
              <p:nvPr/>
            </p:nvSpPr>
            <p:spPr>
              <a:xfrm>
                <a:off x="349415" y="2829250"/>
                <a:ext cx="18982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[S] constant, [E] excess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Pseudo-first-order kinetics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curve</a:t>
                </a: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3C6A4E25-E29A-4F0B-AB25-B3E0482C2F9C}"/>
                </a:ext>
              </a:extLst>
            </p:cNvPr>
            <p:cNvCxnSpPr/>
            <p:nvPr/>
          </p:nvCxnSpPr>
          <p:spPr>
            <a:xfrm>
              <a:off x="3067050" y="2000250"/>
              <a:ext cx="1000125" cy="0"/>
            </a:xfrm>
            <a:prstGeom prst="straightConnector1">
              <a:avLst/>
            </a:prstGeom>
            <a:ln>
              <a:solidFill>
                <a:srgbClr val="E69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094F112B-766A-4ADD-8515-74232115D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979" y="2741421"/>
            <a:ext cx="1676400" cy="352425"/>
          </a:xfrm>
          <a:prstGeom prst="rect">
            <a:avLst/>
          </a:prstGeom>
        </p:spPr>
      </p:pic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C9C07604-714E-4AB4-9A46-1D1903DB3DAA}"/>
              </a:ext>
            </a:extLst>
          </p:cNvPr>
          <p:cNvSpPr/>
          <p:nvPr/>
        </p:nvSpPr>
        <p:spPr>
          <a:xfrm>
            <a:off x="8743950" y="1743075"/>
            <a:ext cx="2076450" cy="38100"/>
          </a:xfrm>
          <a:custGeom>
            <a:avLst/>
            <a:gdLst>
              <a:gd name="connsiteX0" fmla="*/ 0 w 2076450"/>
              <a:gd name="connsiteY0" fmla="*/ 38100 h 38100"/>
              <a:gd name="connsiteX1" fmla="*/ 2076450 w 2076450"/>
              <a:gd name="connsiteY1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6450" h="38100">
                <a:moveTo>
                  <a:pt x="0" y="38100"/>
                </a:moveTo>
                <a:lnTo>
                  <a:pt x="2076450" y="0"/>
                </a:lnTo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84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9856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소광된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펩타이드의 효소 분해에 따른 형광 방출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0973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0E126F-2C81-4D9A-A772-BB7BEEF22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897" y="1129980"/>
            <a:ext cx="7990527" cy="51466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CA9F973-BE36-4A7E-90BA-3D52B92CFD54}"/>
              </a:ext>
            </a:extLst>
          </p:cNvPr>
          <p:cNvSpPr txBox="1"/>
          <p:nvPr/>
        </p:nvSpPr>
        <p:spPr>
          <a:xfrm>
            <a:off x="8217004" y="2974821"/>
            <a:ext cx="2698587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Photobleaching</a:t>
            </a:r>
          </a:p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Internal filter</a:t>
            </a:r>
          </a:p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Self-quenching</a:t>
            </a:r>
          </a:p>
          <a:p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plateau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이후 신호 증가 둔화</a:t>
            </a: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AEB1805A-261D-45FE-AC44-50810077079A}"/>
              </a:ext>
            </a:extLst>
          </p:cNvPr>
          <p:cNvSpPr/>
          <p:nvPr/>
        </p:nvSpPr>
        <p:spPr>
          <a:xfrm>
            <a:off x="8743950" y="1743075"/>
            <a:ext cx="2076450" cy="38100"/>
          </a:xfrm>
          <a:custGeom>
            <a:avLst/>
            <a:gdLst>
              <a:gd name="connsiteX0" fmla="*/ 0 w 2076450"/>
              <a:gd name="connsiteY0" fmla="*/ 38100 h 38100"/>
              <a:gd name="connsiteX1" fmla="*/ 2076450 w 2076450"/>
              <a:gd name="connsiteY1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6450" h="38100">
                <a:moveTo>
                  <a:pt x="0" y="38100"/>
                </a:moveTo>
                <a:lnTo>
                  <a:pt x="2076450" y="0"/>
                </a:lnTo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D687385-AA0D-4838-B75F-C018611E10B5}"/>
              </a:ext>
            </a:extLst>
          </p:cNvPr>
          <p:cNvGrpSpPr/>
          <p:nvPr/>
        </p:nvGrpSpPr>
        <p:grpSpPr>
          <a:xfrm>
            <a:off x="4905375" y="1565434"/>
            <a:ext cx="4076450" cy="2654139"/>
            <a:chOff x="4552950" y="1565434"/>
            <a:chExt cx="4076450" cy="265413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2158A29-F3F5-4524-AF40-A78BA5A05A7B}"/>
                </a:ext>
              </a:extLst>
            </p:cNvPr>
            <p:cNvGrpSpPr/>
            <p:nvPr/>
          </p:nvGrpSpPr>
          <p:grpSpPr>
            <a:xfrm>
              <a:off x="4552950" y="1565434"/>
              <a:ext cx="4076450" cy="2654139"/>
              <a:chOff x="435140" y="1770603"/>
              <a:chExt cx="3558451" cy="2654139"/>
            </a:xfrm>
          </p:grpSpPr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16E3BE8-A6C6-406D-9B05-8A0D591956E6}"/>
                  </a:ext>
                </a:extLst>
              </p:cNvPr>
              <p:cNvGrpSpPr/>
              <p:nvPr/>
            </p:nvGrpSpPr>
            <p:grpSpPr>
              <a:xfrm>
                <a:off x="435140" y="1770603"/>
                <a:ext cx="2558326" cy="2654139"/>
                <a:chOff x="349415" y="1437228"/>
                <a:chExt cx="2558326" cy="2654139"/>
              </a:xfrm>
            </p:grpSpPr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642ED4D6-D257-41A0-B01E-AC1C5408AECA}"/>
                    </a:ext>
                  </a:extLst>
                </p:cNvPr>
                <p:cNvSpPr/>
                <p:nvPr/>
              </p:nvSpPr>
              <p:spPr>
                <a:xfrm>
                  <a:off x="349415" y="1437228"/>
                  <a:ext cx="2558326" cy="2654139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E2E4F3E-538F-45B6-AAB5-3B74644DEED8}"/>
                    </a:ext>
                  </a:extLst>
                </p:cNvPr>
                <p:cNvSpPr txBox="1"/>
                <p:nvPr/>
              </p:nvSpPr>
              <p:spPr>
                <a:xfrm>
                  <a:off x="349415" y="1493810"/>
                  <a:ext cx="981195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28600" indent="-228600">
                    <a:buFont typeface="+mj-lt"/>
                    <a:buAutoNum type="arabicPeriod" startAt="3"/>
                  </a:pPr>
                  <a:r>
                    <a:rPr lang="en-US" altLang="ko-KR" sz="10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Final Phase</a:t>
                  </a:r>
                  <a:endPara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3C6A4E25-E29A-4F0B-AB25-B3E0482C2F9C}"/>
                  </a:ext>
                </a:extLst>
              </p:cNvPr>
              <p:cNvCxnSpPr/>
              <p:nvPr/>
            </p:nvCxnSpPr>
            <p:spPr>
              <a:xfrm>
                <a:off x="2993466" y="1841091"/>
                <a:ext cx="1000125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B59B40C-5E6D-4A0D-A755-2D2CAD2EC91B}"/>
                </a:ext>
              </a:extLst>
            </p:cNvPr>
            <p:cNvSpPr txBox="1"/>
            <p:nvPr/>
          </p:nvSpPr>
          <p:spPr>
            <a:xfrm>
              <a:off x="4552950" y="1795860"/>
              <a:ext cx="2217274" cy="1785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Steady-state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Plateau (saturation)</a:t>
              </a:r>
            </a:p>
            <a:p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Why?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Lack of [S] </a:t>
              </a:r>
              <a:b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[S]&gt;&gt;[E] (FL increase ratio ≈ 0)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Deactivation of E</a:t>
              </a:r>
              <a:b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E-S complex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Physical limitation of FL signal</a:t>
              </a:r>
              <a:b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1) </a:t>
              </a:r>
              <a:r>
                <a:rPr lang="en-US" altLang="ko-KR" sz="1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FL limitation</a:t>
              </a:r>
              <a:b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2) detector saturation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31F837E-1871-4C3A-B65D-92FCEB1604E3}"/>
              </a:ext>
            </a:extLst>
          </p:cNvPr>
          <p:cNvCxnSpPr>
            <a:cxnSpLocks/>
          </p:cNvCxnSpPr>
          <p:nvPr/>
        </p:nvCxnSpPr>
        <p:spPr>
          <a:xfrm>
            <a:off x="6338832" y="3289116"/>
            <a:ext cx="1878172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7D6810E8-E845-43B6-B481-344C61F81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338226"/>
              </p:ext>
            </p:extLst>
          </p:nvPr>
        </p:nvGraphicFramePr>
        <p:xfrm>
          <a:off x="5990544" y="4659910"/>
          <a:ext cx="5982562" cy="12954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192921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43150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431505">
                  <a:extLst>
                    <a:ext uri="{9D8B030D-6E8A-4147-A177-3AD203B41FA5}">
                      <a16:colId xmlns:a16="http://schemas.microsoft.com/office/drawing/2014/main" val="2071824918"/>
                    </a:ext>
                  </a:extLst>
                </a:gridCol>
                <a:gridCol w="192663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Photobleaching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Internal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Self-quenching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광화학적 분해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빛의 재흡수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형광체 간 에너지 소실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r>
                        <a:rPr lang="ko-KR" altLang="en-US" sz="1100"/>
                        <a:t>의존성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농도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 err="1"/>
                        <a:t>광경로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농도</a:t>
                      </a: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분자간 거리</a:t>
                      </a:r>
                      <a:r>
                        <a:rPr lang="en-US" altLang="ko-KR" sz="110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r>
                        <a:rPr lang="ko-KR" altLang="en-US" sz="1100"/>
                        <a:t>복원 가능성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X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O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O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대표 상황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장시간 측정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고농도 시료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고농도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응집상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690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3591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시뮬레이션 결과와 실제 펩타이드 분해 형광 방출 사이의 간극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A9E9D7B-DD28-4B6A-B5FB-2D6A28ED73F2}"/>
              </a:ext>
            </a:extLst>
          </p:cNvPr>
          <p:cNvSpPr/>
          <p:nvPr/>
        </p:nvSpPr>
        <p:spPr>
          <a:xfrm>
            <a:off x="224240" y="1035592"/>
            <a:ext cx="27911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접착성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전도성 </a:t>
            </a:r>
            <a:r>
              <a:rPr lang="ko-KR" altLang="en-US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하이드로겔의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제작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8830362" y="6276115"/>
            <a:ext cx="32656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Lee, Yul, et al.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https://dcollection.sookmyung.ac.kr/srch/srchDetail/000000072892</a:t>
            </a:r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1A91390-ACD5-4938-B469-99BCD2588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292046"/>
              </p:ext>
            </p:extLst>
          </p:nvPr>
        </p:nvGraphicFramePr>
        <p:xfrm>
          <a:off x="295275" y="1433083"/>
          <a:ext cx="5982561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68146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88177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2532640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</a:t>
                      </a:r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Gly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-Lys-Lys(FITC)-</a:t>
                      </a:r>
                      <a:r>
                        <a:rPr lang="en-US" sz="1100" u="none" strike="noStrike" dirty="0" err="1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Cys</a:t>
                      </a:r>
                      <a:endParaRPr lang="en-US" sz="1100" u="none" strike="noStrike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2 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0.3125, 0.625, 1.25, 2.5, 5 µg/mL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861023C9-1140-4FE7-B588-BB7E21B75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3457315"/>
            <a:ext cx="4255046" cy="2818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44F002E-4B84-44C9-B2B3-0D7D7721C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689" y="3238795"/>
            <a:ext cx="4939695" cy="29017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8307D4F-47EC-4B95-B44A-5242A2A4E06E}"/>
              </a:ext>
            </a:extLst>
          </p:cNvPr>
          <p:cNvGrpSpPr/>
          <p:nvPr/>
        </p:nvGrpSpPr>
        <p:grpSpPr>
          <a:xfrm>
            <a:off x="840491" y="3429000"/>
            <a:ext cx="6604802" cy="2521339"/>
            <a:chOff x="840491" y="3429000"/>
            <a:chExt cx="6604802" cy="2521339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6701414-B3FB-4B7A-804B-5AB22BA6C2F2}"/>
                </a:ext>
              </a:extLst>
            </p:cNvPr>
            <p:cNvSpPr/>
            <p:nvPr/>
          </p:nvSpPr>
          <p:spPr>
            <a:xfrm>
              <a:off x="840491" y="3429000"/>
              <a:ext cx="398676" cy="2521339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B4620AA7-69FB-41A7-B744-F337BC05302F}"/>
                </a:ext>
              </a:extLst>
            </p:cNvPr>
            <p:cNvSpPr/>
            <p:nvPr/>
          </p:nvSpPr>
          <p:spPr>
            <a:xfrm>
              <a:off x="1016616" y="3631263"/>
              <a:ext cx="841201" cy="129329"/>
            </a:xfrm>
            <a:prstGeom prst="rightArrow">
              <a:avLst>
                <a:gd name="adj1" fmla="val 35271"/>
                <a:gd name="adj2" fmla="val 6411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2DB5E0A-39FF-455B-96D6-BE212FD8829F}"/>
                </a:ext>
              </a:extLst>
            </p:cNvPr>
            <p:cNvSpPr/>
            <p:nvPr/>
          </p:nvSpPr>
          <p:spPr>
            <a:xfrm>
              <a:off x="1861135" y="3572816"/>
              <a:ext cx="154241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너무 빨리 </a:t>
              </a:r>
              <a:r>
                <a:rPr lang="en-US" altLang="ko-KR" sz="1000" dirty="0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saturation</a:t>
              </a:r>
              <a:endParaRPr lang="ko-KR" altLang="en-US" sz="1000" baseline="30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5ADB07A-7842-47BD-BF4B-8896E83C89F7}"/>
                </a:ext>
              </a:extLst>
            </p:cNvPr>
            <p:cNvSpPr/>
            <p:nvPr/>
          </p:nvSpPr>
          <p:spPr>
            <a:xfrm>
              <a:off x="3132521" y="3429000"/>
              <a:ext cx="892991" cy="2521339"/>
            </a:xfrm>
            <a:prstGeom prst="rect">
              <a:avLst/>
            </a:prstGeom>
            <a:solidFill>
              <a:schemeClr val="accent4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화살표: 오른쪽 16">
              <a:extLst>
                <a:ext uri="{FF2B5EF4-FFF2-40B4-BE49-F238E27FC236}">
                  <a16:creationId xmlns:a16="http://schemas.microsoft.com/office/drawing/2014/main" id="{FBADBA4A-193C-433F-87A0-E585C4533E2E}"/>
                </a:ext>
              </a:extLst>
            </p:cNvPr>
            <p:cNvSpPr/>
            <p:nvPr/>
          </p:nvSpPr>
          <p:spPr>
            <a:xfrm>
              <a:off x="3805036" y="4371492"/>
              <a:ext cx="841201" cy="129329"/>
            </a:xfrm>
            <a:prstGeom prst="rightArrow">
              <a:avLst>
                <a:gd name="adj1" fmla="val 35271"/>
                <a:gd name="adj2" fmla="val 6411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EBB6DEE-81CB-4066-8912-F87A1B888554}"/>
                </a:ext>
              </a:extLst>
            </p:cNvPr>
            <p:cNvSpPr/>
            <p:nvPr/>
          </p:nvSpPr>
          <p:spPr>
            <a:xfrm>
              <a:off x="4649555" y="4313045"/>
              <a:ext cx="211949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solidFill>
                    <a:schemeClr val="accent4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Plateau </a:t>
              </a:r>
              <a:r>
                <a:rPr lang="ko-KR" altLang="en-US" sz="1000" dirty="0">
                  <a:solidFill>
                    <a:schemeClr val="accent4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이후 약간씩 형광 감소</a:t>
              </a:r>
              <a:endParaRPr lang="ko-KR" altLang="en-US" sz="1000" baseline="30000" dirty="0">
                <a:solidFill>
                  <a:schemeClr val="accent4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D04F4C1-B3D4-433F-9C77-2F926841DD6D}"/>
                </a:ext>
              </a:extLst>
            </p:cNvPr>
            <p:cNvSpPr txBox="1"/>
            <p:nvPr/>
          </p:nvSpPr>
          <p:spPr>
            <a:xfrm>
              <a:off x="4746706" y="4573589"/>
              <a:ext cx="2698587" cy="7078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ea"/>
                <a:buAutoNum type="circleNumDbPlain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Photobleaching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Internal filter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Self-quenching</a:t>
              </a:r>
            </a:p>
            <a:p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→ 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plateau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이후 신호 증가 둔화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17DE2D6-EE99-417C-9258-FD7C2E2E7497}"/>
              </a:ext>
            </a:extLst>
          </p:cNvPr>
          <p:cNvSpPr txBox="1"/>
          <p:nvPr/>
        </p:nvSpPr>
        <p:spPr>
          <a:xfrm>
            <a:off x="96000" y="126942"/>
            <a:ext cx="162294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77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26613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Temporary Normalization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05349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C618ED-5301-4366-A372-CE5CBEB4BFF3}"/>
              </a:ext>
            </a:extLst>
          </p:cNvPr>
          <p:cNvSpPr txBox="1"/>
          <p:nvPr/>
        </p:nvSpPr>
        <p:spPr>
          <a:xfrm>
            <a:off x="181222" y="1920491"/>
            <a:ext cx="29652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Model-free threshold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Slope,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값으로 구간 나누기</a:t>
            </a:r>
            <a:endParaRPr lang="en-US" altLang="ko-K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Noise, baseline drift </a:t>
            </a:r>
            <a:r>
              <a:rPr lang="ko-KR" altLang="en-US" sz="1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에 취약</a:t>
            </a:r>
            <a:b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90F7741C-3DA8-4AB6-93AF-DD7CD41F018F}"/>
              </a:ext>
            </a:extLst>
          </p:cNvPr>
          <p:cNvGrpSpPr/>
          <p:nvPr/>
        </p:nvGrpSpPr>
        <p:grpSpPr>
          <a:xfrm>
            <a:off x="151061" y="2493754"/>
            <a:ext cx="4290480" cy="632402"/>
            <a:chOff x="151061" y="2700490"/>
            <a:chExt cx="4290480" cy="632402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3746BA8C-005E-4FA9-8161-516A6B9B1870}"/>
                </a:ext>
              </a:extLst>
            </p:cNvPr>
            <p:cNvCxnSpPr/>
            <p:nvPr/>
          </p:nvCxnSpPr>
          <p:spPr>
            <a:xfrm>
              <a:off x="320841" y="3030932"/>
              <a:ext cx="39052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7571241-A259-4693-A85C-2D0F863682F6}"/>
                </a:ext>
              </a:extLst>
            </p:cNvPr>
            <p:cNvSpPr txBox="1"/>
            <p:nvPr/>
          </p:nvSpPr>
          <p:spPr>
            <a:xfrm>
              <a:off x="1342034" y="3086671"/>
              <a:ext cx="18730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전체 형광 </a:t>
              </a: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normalization [%]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9C51BB5-364A-4C37-A99E-61D85A3105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191" y="2915044"/>
              <a:ext cx="0" cy="2317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6CC675-CFED-4868-86B1-5F13AB761CCE}"/>
                </a:ext>
              </a:extLst>
            </p:cNvPr>
            <p:cNvSpPr txBox="1"/>
            <p:nvPr/>
          </p:nvSpPr>
          <p:spPr>
            <a:xfrm>
              <a:off x="151061" y="2700490"/>
              <a:ext cx="3522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C6E57E97-13E2-4C09-893A-90C8E9253B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8570" y="2915044"/>
              <a:ext cx="0" cy="2317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A7FFF1F-3B1E-4EB4-B659-F03154225CA7}"/>
                </a:ext>
              </a:extLst>
            </p:cNvPr>
            <p:cNvSpPr txBox="1"/>
            <p:nvPr/>
          </p:nvSpPr>
          <p:spPr>
            <a:xfrm>
              <a:off x="692440" y="2700490"/>
              <a:ext cx="3522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66B4E34B-331B-44CD-805C-9FBFF4D6F7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8576" y="2915044"/>
              <a:ext cx="0" cy="2317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E519A38-4C32-4998-801F-97215054982C}"/>
                </a:ext>
              </a:extLst>
            </p:cNvPr>
            <p:cNvSpPr txBox="1"/>
            <p:nvPr/>
          </p:nvSpPr>
          <p:spPr>
            <a:xfrm>
              <a:off x="3512446" y="2700490"/>
              <a:ext cx="3522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90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8F65F08C-F4B6-4D2F-BDDE-4ABF24EBCF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9955" y="2915044"/>
              <a:ext cx="0" cy="2317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DB984E6-9029-479E-B2E2-045D79EE6AFB}"/>
                </a:ext>
              </a:extLst>
            </p:cNvPr>
            <p:cNvSpPr txBox="1"/>
            <p:nvPr/>
          </p:nvSpPr>
          <p:spPr>
            <a:xfrm>
              <a:off x="4010640" y="2700490"/>
              <a:ext cx="4309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100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231BF4D-0ADD-4B68-8EEE-27C4501A8D1F}"/>
                </a:ext>
              </a:extLst>
            </p:cNvPr>
            <p:cNvSpPr txBox="1"/>
            <p:nvPr/>
          </p:nvSpPr>
          <p:spPr>
            <a:xfrm>
              <a:off x="271906" y="2812100"/>
              <a:ext cx="65194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linear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5DA05B7-BD21-4AF4-AC94-3BD36ED357C4}"/>
                </a:ext>
              </a:extLst>
            </p:cNvPr>
            <p:cNvSpPr txBox="1"/>
            <p:nvPr/>
          </p:nvSpPr>
          <p:spPr>
            <a:xfrm>
              <a:off x="1830545" y="2812100"/>
              <a:ext cx="9259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exponential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2CBC818-5975-4D8F-AFC8-58ED4C49C0D9}"/>
                </a:ext>
              </a:extLst>
            </p:cNvPr>
            <p:cNvSpPr txBox="1"/>
            <p:nvPr/>
          </p:nvSpPr>
          <p:spPr>
            <a:xfrm>
              <a:off x="3515588" y="2812100"/>
              <a:ext cx="9259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plateau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E0FDC6B-315B-4CDE-85BB-79E14F726DE1}"/>
              </a:ext>
            </a:extLst>
          </p:cNvPr>
          <p:cNvGrpSpPr/>
          <p:nvPr/>
        </p:nvGrpSpPr>
        <p:grpSpPr>
          <a:xfrm>
            <a:off x="181222" y="3313238"/>
            <a:ext cx="3872299" cy="1631216"/>
            <a:chOff x="181222" y="4016427"/>
            <a:chExt cx="3872299" cy="163121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ACC0646-8C74-4E3A-A795-FD315559BC20}"/>
                </a:ext>
              </a:extLst>
            </p:cNvPr>
            <p:cNvSpPr txBox="1"/>
            <p:nvPr/>
          </p:nvSpPr>
          <p:spPr>
            <a:xfrm>
              <a:off x="181222" y="4016427"/>
              <a:ext cx="2460930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28600" indent="-228600">
                <a:buFont typeface="+mj-lt"/>
                <a:buAutoNum type="arabicPeriod" startAt="2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Exponential fit using τ = 1/</a:t>
              </a:r>
              <a:r>
                <a:rPr lang="en-US" altLang="ko-KR" sz="1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k_obs</a:t>
              </a:r>
              <a:endPara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τ : time constant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t≲0.1τ: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초기 선형 구간</a:t>
              </a: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0.1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𝜏≲𝑡≲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𝜏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지수 증가</a:t>
              </a: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𝑡≳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𝜏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: plateau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근처</a:t>
              </a: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초기 구간 </a:t>
              </a:r>
              <a:r>
                <a:rPr lang="en-US" altLang="ko-KR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noise </a:t>
              </a:r>
              <a:r>
                <a:rPr lang="ko-KR" altLang="en-US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에 따라 </a:t>
              </a:r>
              <a:r>
                <a:rPr lang="en-US" altLang="ko-KR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fitting </a:t>
              </a:r>
              <a:r>
                <a:rPr lang="ko-KR" altLang="en-US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흔들림</a:t>
              </a: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501844C-726E-4E93-B3A1-B8801CD6FB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7494"/>
            <a:stretch/>
          </p:blipFill>
          <p:spPr>
            <a:xfrm>
              <a:off x="400384" y="4319488"/>
              <a:ext cx="1780055" cy="471235"/>
            </a:xfrm>
            <a:prstGeom prst="rect">
              <a:avLst/>
            </a:prstGeom>
          </p:spPr>
        </p:pic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03CBE06B-B0F3-4F4F-8423-641C63942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7873" b="-379"/>
            <a:stretch/>
          </p:blipFill>
          <p:spPr>
            <a:xfrm>
              <a:off x="2273466" y="4319488"/>
              <a:ext cx="1780055" cy="471235"/>
            </a:xfrm>
            <a:prstGeom prst="rect">
              <a:avLst/>
            </a:prstGeom>
          </p:spPr>
        </p:pic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8D8F99E7-F457-4AE0-A8C4-2F897CC262D3}"/>
              </a:ext>
            </a:extLst>
          </p:cNvPr>
          <p:cNvGrpSpPr/>
          <p:nvPr/>
        </p:nvGrpSpPr>
        <p:grpSpPr>
          <a:xfrm>
            <a:off x="4597758" y="2085614"/>
            <a:ext cx="270456" cy="2858840"/>
            <a:chOff x="4597758" y="2062795"/>
            <a:chExt cx="270456" cy="3088395"/>
          </a:xfrm>
        </p:grpSpPr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5F4D862D-DD7C-4CE3-B24A-9BC156B78185}"/>
                </a:ext>
              </a:extLst>
            </p:cNvPr>
            <p:cNvCxnSpPr/>
            <p:nvPr/>
          </p:nvCxnSpPr>
          <p:spPr>
            <a:xfrm>
              <a:off x="4597758" y="2062795"/>
              <a:ext cx="270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D6C6C5B3-F59F-482F-A4A1-34C59F548B1B}"/>
                </a:ext>
              </a:extLst>
            </p:cNvPr>
            <p:cNvCxnSpPr/>
            <p:nvPr/>
          </p:nvCxnSpPr>
          <p:spPr>
            <a:xfrm>
              <a:off x="4597758" y="5151190"/>
              <a:ext cx="270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44D9EEAF-A404-4C2B-87CA-F525079ADEDD}"/>
                </a:ext>
              </a:extLst>
            </p:cNvPr>
            <p:cNvCxnSpPr>
              <a:cxnSpLocks/>
            </p:cNvCxnSpPr>
            <p:nvPr/>
          </p:nvCxnSpPr>
          <p:spPr>
            <a:xfrm>
              <a:off x="4868214" y="2062795"/>
              <a:ext cx="0" cy="30883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3CD93F82-04B6-4A20-81A8-3BD54FE43484}"/>
              </a:ext>
            </a:extLst>
          </p:cNvPr>
          <p:cNvCxnSpPr/>
          <p:nvPr/>
        </p:nvCxnSpPr>
        <p:spPr>
          <a:xfrm>
            <a:off x="2006858" y="5261792"/>
            <a:ext cx="313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3DD548E-2E70-4F46-A69A-5B2F64F2BB71}"/>
              </a:ext>
            </a:extLst>
          </p:cNvPr>
          <p:cNvSpPr txBox="1"/>
          <p:nvPr/>
        </p:nvSpPr>
        <p:spPr>
          <a:xfrm>
            <a:off x="181222" y="988147"/>
            <a:ext cx="4119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Model-free threshold → F0 = (0,0) &amp; </a:t>
            </a:r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Fmax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 = max(F)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8ED2B9-890E-444F-B88C-9DB929DB2BBC}"/>
              </a:ext>
            </a:extLst>
          </p:cNvPr>
          <p:cNvSpPr/>
          <p:nvPr/>
        </p:nvSpPr>
        <p:spPr>
          <a:xfrm>
            <a:off x="72000" y="1485036"/>
            <a:ext cx="42282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“초기 선형 → 지수 증가 →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plateau” 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구분하기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3E26D1-06F5-4070-BAA2-5BF3D88FBAC4}"/>
              </a:ext>
            </a:extLst>
          </p:cNvPr>
          <p:cNvSpPr/>
          <p:nvPr/>
        </p:nvSpPr>
        <p:spPr>
          <a:xfrm>
            <a:off x="96000" y="5091774"/>
            <a:ext cx="19338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Re-normalization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CE1A90-0554-4734-98A8-322EE74170D0}"/>
              </a:ext>
            </a:extLst>
          </p:cNvPr>
          <p:cNvSpPr/>
          <p:nvPr/>
        </p:nvSpPr>
        <p:spPr>
          <a:xfrm>
            <a:off x="2320244" y="5107903"/>
            <a:ext cx="965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구간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구분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508931D-F96B-4349-B165-53024571E5B2}"/>
              </a:ext>
            </a:extLst>
          </p:cNvPr>
          <p:cNvCxnSpPr/>
          <p:nvPr/>
        </p:nvCxnSpPr>
        <p:spPr>
          <a:xfrm>
            <a:off x="3375190" y="5261792"/>
            <a:ext cx="313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A4CC25C-32E1-49D4-8279-B8A50EAA8982}"/>
              </a:ext>
            </a:extLst>
          </p:cNvPr>
          <p:cNvSpPr/>
          <p:nvPr/>
        </p:nvSpPr>
        <p:spPr>
          <a:xfrm>
            <a:off x="4471948" y="5107903"/>
            <a:ext cx="18233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normalization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4B306189-78F7-47A4-9D26-288B35422CEA}"/>
              </a:ext>
            </a:extLst>
          </p:cNvPr>
          <p:cNvCxnSpPr/>
          <p:nvPr/>
        </p:nvCxnSpPr>
        <p:spPr>
          <a:xfrm>
            <a:off x="6295332" y="5261792"/>
            <a:ext cx="313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3B05644-BDBA-4CF9-A786-AFBABCDA1150}"/>
              </a:ext>
            </a:extLst>
          </p:cNvPr>
          <p:cNvSpPr/>
          <p:nvPr/>
        </p:nvSpPr>
        <p:spPr>
          <a:xfrm>
            <a:off x="6608718" y="5107903"/>
            <a:ext cx="14285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구간 구분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49596B5-3631-4CD0-ADA7-27D0BC362B36}"/>
              </a:ext>
            </a:extLst>
          </p:cNvPr>
          <p:cNvCxnSpPr/>
          <p:nvPr/>
        </p:nvCxnSpPr>
        <p:spPr>
          <a:xfrm>
            <a:off x="4073908" y="5261792"/>
            <a:ext cx="313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E299DA0-A014-4773-8317-F25E65DCA408}"/>
              </a:ext>
            </a:extLst>
          </p:cNvPr>
          <p:cNvSpPr/>
          <p:nvPr/>
        </p:nvSpPr>
        <p:spPr>
          <a:xfrm>
            <a:off x="3748840" y="5056234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23DCEC5-3F63-4E10-B3A5-C76AC5EE596A}"/>
              </a:ext>
            </a:extLst>
          </p:cNvPr>
          <p:cNvSpPr/>
          <p:nvPr/>
        </p:nvSpPr>
        <p:spPr>
          <a:xfrm rot="5400000">
            <a:off x="4096532" y="1476993"/>
            <a:ext cx="269731" cy="7569595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695C3A-45FA-46A2-A05D-4311B614F791}"/>
              </a:ext>
            </a:extLst>
          </p:cNvPr>
          <p:cNvSpPr txBox="1"/>
          <p:nvPr/>
        </p:nvSpPr>
        <p:spPr>
          <a:xfrm>
            <a:off x="7238677" y="4886058"/>
            <a:ext cx="6880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최소 </a:t>
            </a:r>
            <a:r>
              <a:rPr lang="en-US" altLang="ko-KR" sz="10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ko-KR" altLang="en-US" sz="10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회</a:t>
            </a:r>
            <a:endParaRPr lang="ko-KR" altLang="en-US" sz="1000" dirty="0">
              <a:solidFill>
                <a:schemeClr val="accent6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862D85E-53D8-4DE0-BE47-295FBC41907C}"/>
              </a:ext>
            </a:extLst>
          </p:cNvPr>
          <p:cNvSpPr/>
          <p:nvPr/>
        </p:nvSpPr>
        <p:spPr>
          <a:xfrm>
            <a:off x="8451394" y="4988546"/>
            <a:ext cx="1980822" cy="55399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최종 선형구간 </a:t>
            </a:r>
            <a:r>
              <a:rPr lang="en-US" altLang="ko-KR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Plateau </a:t>
            </a:r>
            <a:r>
              <a:rPr lang="ko-KR" altLang="en-US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시작 시간</a:t>
            </a:r>
            <a:endParaRPr lang="en-US" altLang="ko-KR" sz="10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Shape model </a:t>
            </a:r>
            <a:r>
              <a:rPr lang="ko-KR" altLang="en-US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특이점</a:t>
            </a: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3D9DD91C-C465-49FF-A5DE-DBBE05D0D92D}"/>
              </a:ext>
            </a:extLst>
          </p:cNvPr>
          <p:cNvSpPr/>
          <p:nvPr/>
        </p:nvSpPr>
        <p:spPr>
          <a:xfrm rot="16200000">
            <a:off x="8167531" y="5101268"/>
            <a:ext cx="217708" cy="307777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891DA03-064D-4115-B4E8-CEF3E55903FB}"/>
              </a:ext>
            </a:extLst>
          </p:cNvPr>
          <p:cNvCxnSpPr>
            <a:cxnSpLocks/>
          </p:cNvCxnSpPr>
          <p:nvPr/>
        </p:nvCxnSpPr>
        <p:spPr>
          <a:xfrm>
            <a:off x="4868214" y="3371474"/>
            <a:ext cx="5223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89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40C3362-C30C-421B-A762-E15B027EDB4A}"/>
              </a:ext>
            </a:extLst>
          </p:cNvPr>
          <p:cNvGrpSpPr/>
          <p:nvPr/>
        </p:nvGrpSpPr>
        <p:grpSpPr>
          <a:xfrm>
            <a:off x="645188" y="585360"/>
            <a:ext cx="1431261" cy="5988509"/>
            <a:chOff x="1525164" y="1705497"/>
            <a:chExt cx="8081946" cy="3381549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7624E80-3554-460B-8FC5-0E310BA93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5164" y="1997135"/>
              <a:ext cx="7923636" cy="33523858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9F46EE3-BE2E-4457-8197-7D9EDEAA076D}"/>
                </a:ext>
              </a:extLst>
            </p:cNvPr>
            <p:cNvSpPr/>
            <p:nvPr/>
          </p:nvSpPr>
          <p:spPr>
            <a:xfrm>
              <a:off x="5530409" y="1705497"/>
              <a:ext cx="4076701" cy="15188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05349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7B9CA5A-8B61-4AD0-97B0-3C81C0B15E91}"/>
              </a:ext>
            </a:extLst>
          </p:cNvPr>
          <p:cNvGrpSpPr/>
          <p:nvPr/>
        </p:nvGrpSpPr>
        <p:grpSpPr>
          <a:xfrm>
            <a:off x="2312100" y="979635"/>
            <a:ext cx="3771900" cy="5319147"/>
            <a:chOff x="2143125" y="719847"/>
            <a:chExt cx="4514850" cy="636685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E5D1AB4-1AB6-4F2D-9198-3794F2169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3125" y="719847"/>
              <a:ext cx="3772548" cy="2638318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4446802-3497-4B3E-A47D-2A1C2E8889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647" t="2809" r="24090"/>
            <a:stretch/>
          </p:blipFill>
          <p:spPr>
            <a:xfrm>
              <a:off x="2143125" y="3281777"/>
              <a:ext cx="4514850" cy="3804928"/>
            </a:xfrm>
            <a:prstGeom prst="rect">
              <a:avLst/>
            </a:prstGeom>
          </p:spPr>
        </p:pic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1135A94-170C-4B5A-AE2A-CAE391F3C714}"/>
              </a:ext>
            </a:extLst>
          </p:cNvPr>
          <p:cNvSpPr/>
          <p:nvPr/>
        </p:nvSpPr>
        <p:spPr>
          <a:xfrm>
            <a:off x="6728153" y="1131398"/>
            <a:ext cx="305885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https://protease-simulation-2.streamlit.app/</a:t>
            </a:r>
            <a:endParaRPr lang="ko-KR" altLang="en-US" sz="1000" b="1" baseline="300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16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4617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시뮬레이션 결과와 실제 펩타이드 분해 형광 방출 사이의 간극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2294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A9E9D7B-DD28-4B6A-B5FB-2D6A28ED73F2}"/>
              </a:ext>
            </a:extLst>
          </p:cNvPr>
          <p:cNvSpPr/>
          <p:nvPr/>
        </p:nvSpPr>
        <p:spPr>
          <a:xfrm>
            <a:off x="224240" y="1035592"/>
            <a:ext cx="35351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Kgp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와 </a:t>
            </a: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Dabcyl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-HEKK(FITC)-OH 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Kinetics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7793219" y="627611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Park,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Jeeyeon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, et al. 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Journal of Dental Sciences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20.2 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): 802-810.</a:t>
            </a: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DOI: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https://www.sciencedirect.com/science/article/pii/S1991790224003362?via%3Dihub</a:t>
            </a:r>
          </a:p>
          <a:p>
            <a:pPr algn="r"/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C79D60E-1009-47E4-9FC9-A43E7C35E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404278"/>
              </p:ext>
            </p:extLst>
          </p:nvPr>
        </p:nvGraphicFramePr>
        <p:xfrm>
          <a:off x="284889" y="1433083"/>
          <a:ext cx="5461000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-His-Glu-Lys-Lys(FITC)-OH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0, 5, 10, 20, 40, 50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100, 500, 1000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90.88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6B9B5F01-D05E-404C-8F19-E758989F6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571252"/>
              </p:ext>
            </p:extLst>
          </p:nvPr>
        </p:nvGraphicFramePr>
        <p:xfrm>
          <a:off x="5924549" y="1433083"/>
          <a:ext cx="5982561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68146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88177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2532640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</a:t>
                      </a:r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Gly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50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</a:t>
                      </a: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0.097, 0.19, 1.56, 3.25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5, 12.5, 25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g/mL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84FA764C-EB5B-4F51-99FF-2CD591DC905B}"/>
              </a:ext>
            </a:extLst>
          </p:cNvPr>
          <p:cNvGrpSpPr/>
          <p:nvPr/>
        </p:nvGrpSpPr>
        <p:grpSpPr>
          <a:xfrm>
            <a:off x="284889" y="3056786"/>
            <a:ext cx="11546021" cy="3094674"/>
            <a:chOff x="284889" y="3056786"/>
            <a:chExt cx="11546021" cy="309467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049BE85-7B4F-4FB7-986B-756C1F104928}"/>
                </a:ext>
              </a:extLst>
            </p:cNvPr>
            <p:cNvGrpSpPr/>
            <p:nvPr/>
          </p:nvGrpSpPr>
          <p:grpSpPr>
            <a:xfrm>
              <a:off x="284889" y="3056786"/>
              <a:ext cx="11546021" cy="3094674"/>
              <a:chOff x="284889" y="3056786"/>
              <a:chExt cx="11546021" cy="3094674"/>
            </a:xfrm>
          </p:grpSpPr>
          <p:pic>
            <p:nvPicPr>
              <p:cNvPr id="27" name="Picture 4" descr="https://ars.els-cdn.com/content/image/1-s2.0-S1991790224003362-gr3_lrg.jpg">
                <a:extLst>
                  <a:ext uri="{FF2B5EF4-FFF2-40B4-BE49-F238E27FC236}">
                    <a16:creationId xmlns:a16="http://schemas.microsoft.com/office/drawing/2014/main" id="{1E778674-C169-438C-B2C2-EF75BFFD42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7422" b="439"/>
              <a:stretch/>
            </p:blipFill>
            <p:spPr bwMode="auto">
              <a:xfrm>
                <a:off x="8915829" y="3744779"/>
                <a:ext cx="2871013" cy="19596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그림 2">
                <a:extLst>
                  <a:ext uri="{FF2B5EF4-FFF2-40B4-BE49-F238E27FC236}">
                    <a16:creationId xmlns:a16="http://schemas.microsoft.com/office/drawing/2014/main" id="{811DCC31-3B5F-41F4-A70B-E1BE40558D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377" b="52377"/>
              <a:stretch/>
            </p:blipFill>
            <p:spPr bwMode="auto">
              <a:xfrm>
                <a:off x="284889" y="3334614"/>
                <a:ext cx="5114925" cy="28168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BCB7006-962B-41A8-B575-EAD006C41AB5}"/>
                  </a:ext>
                </a:extLst>
              </p:cNvPr>
              <p:cNvSpPr/>
              <p:nvPr/>
            </p:nvSpPr>
            <p:spPr>
              <a:xfrm>
                <a:off x="2270328" y="3463943"/>
                <a:ext cx="186267" cy="2521339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B39A26C4-4F10-48A8-9F94-200AD95FF0DE}"/>
                  </a:ext>
                </a:extLst>
              </p:cNvPr>
              <p:cNvSpPr/>
              <p:nvPr/>
            </p:nvSpPr>
            <p:spPr>
              <a:xfrm>
                <a:off x="2094687" y="3209186"/>
                <a:ext cx="535724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000" b="1" i="1" dirty="0">
                    <a:solidFill>
                      <a:schemeClr val="accent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 min</a:t>
                </a:r>
                <a:endParaRPr lang="ko-KR" altLang="en-US" sz="1000" b="1" i="1" dirty="0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화살표: 오른쪽 5">
                <a:extLst>
                  <a:ext uri="{FF2B5EF4-FFF2-40B4-BE49-F238E27FC236}">
                    <a16:creationId xmlns:a16="http://schemas.microsoft.com/office/drawing/2014/main" id="{EEE31236-3BFD-4FAE-B9EF-4B32B7137016}"/>
                  </a:ext>
                </a:extLst>
              </p:cNvPr>
              <p:cNvSpPr/>
              <p:nvPr/>
            </p:nvSpPr>
            <p:spPr>
              <a:xfrm>
                <a:off x="2612211" y="3274623"/>
                <a:ext cx="2712263" cy="129329"/>
              </a:xfrm>
              <a:prstGeom prst="rightArrow">
                <a:avLst>
                  <a:gd name="adj1" fmla="val 35271"/>
                  <a:gd name="adj2" fmla="val 64116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859E620F-5195-4934-B763-48704F9A0F93}"/>
                  </a:ext>
                </a:extLst>
              </p:cNvPr>
              <p:cNvGrpSpPr/>
              <p:nvPr/>
            </p:nvGrpSpPr>
            <p:grpSpPr>
              <a:xfrm>
                <a:off x="5745889" y="3654377"/>
                <a:ext cx="6085021" cy="2027965"/>
                <a:chOff x="5688739" y="3274623"/>
                <a:chExt cx="9006144" cy="3001492"/>
              </a:xfrm>
            </p:grpSpPr>
            <p:pic>
              <p:nvPicPr>
                <p:cNvPr id="1028" name="Picture 4" descr="https://ars.els-cdn.com/content/image/1-s2.0-S1991790224003362-gr3_lrg.jpg">
                  <a:extLst>
                    <a:ext uri="{FF2B5EF4-FFF2-40B4-BE49-F238E27FC236}">
                      <a16:creationId xmlns:a16="http://schemas.microsoft.com/office/drawing/2014/main" id="{A883485A-4169-4F14-BF0A-8AC98235A7B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6462" b="51399"/>
                <a:stretch/>
              </p:blipFill>
              <p:spPr bwMode="auto">
                <a:xfrm>
                  <a:off x="5745889" y="3334614"/>
                  <a:ext cx="4249246" cy="29004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A33E3A7A-3260-4599-963E-2DD8467A82A8}"/>
                    </a:ext>
                  </a:extLst>
                </p:cNvPr>
                <p:cNvSpPr/>
                <p:nvPr/>
              </p:nvSpPr>
              <p:spPr>
                <a:xfrm>
                  <a:off x="5688739" y="3274623"/>
                  <a:ext cx="4431925" cy="3001492"/>
                </a:xfrm>
                <a:prstGeom prst="rect">
                  <a:avLst/>
                </a:prstGeom>
                <a:noFill/>
                <a:ln w="25400">
                  <a:solidFill>
                    <a:schemeClr val="accent2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17AE0B73-A0BE-4FDB-852F-D3DAD0C09780}"/>
                    </a:ext>
                  </a:extLst>
                </p:cNvPr>
                <p:cNvSpPr/>
                <p:nvPr/>
              </p:nvSpPr>
              <p:spPr>
                <a:xfrm rot="5400000">
                  <a:off x="9394388" y="4852746"/>
                  <a:ext cx="186267" cy="1015226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3CF22C3A-DD86-489E-8515-4E80F3E7E8ED}"/>
                    </a:ext>
                  </a:extLst>
                </p:cNvPr>
                <p:cNvSpPr/>
                <p:nvPr/>
              </p:nvSpPr>
              <p:spPr>
                <a:xfrm>
                  <a:off x="10262958" y="3274623"/>
                  <a:ext cx="4431925" cy="3001492"/>
                </a:xfrm>
                <a:prstGeom prst="rect">
                  <a:avLst/>
                </a:prstGeom>
                <a:noFill/>
                <a:ln w="25400">
                  <a:solidFill>
                    <a:schemeClr val="accent4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6C6630E5-E173-4359-B667-9AF7239AC092}"/>
                    </a:ext>
                  </a:extLst>
                </p:cNvPr>
                <p:cNvSpPr/>
                <p:nvPr/>
              </p:nvSpPr>
              <p:spPr>
                <a:xfrm rot="5400000">
                  <a:off x="11634304" y="3136268"/>
                  <a:ext cx="186267" cy="1015226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DE6FF1C2-91E5-402F-B90E-2EB7FE955B1C}"/>
                  </a:ext>
                </a:extLst>
              </p:cNvPr>
              <p:cNvSpPr/>
              <p:nvPr/>
            </p:nvSpPr>
            <p:spPr>
              <a:xfrm>
                <a:off x="1460703" y="3463943"/>
                <a:ext cx="186267" cy="2521339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6465FB6A-3D00-4667-A242-C7E3046632A5}"/>
                  </a:ext>
                </a:extLst>
              </p:cNvPr>
              <p:cNvSpPr/>
              <p:nvPr/>
            </p:nvSpPr>
            <p:spPr>
              <a:xfrm>
                <a:off x="1275537" y="3056786"/>
                <a:ext cx="643125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000" b="1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3.5 min</a:t>
                </a:r>
                <a:endParaRPr lang="ko-KR" altLang="en-US" sz="1000" b="1" i="1" dirty="0">
                  <a:solidFill>
                    <a:schemeClr val="accent4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2" name="화살표: 오른쪽 31">
                <a:extLst>
                  <a:ext uri="{FF2B5EF4-FFF2-40B4-BE49-F238E27FC236}">
                    <a16:creationId xmlns:a16="http://schemas.microsoft.com/office/drawing/2014/main" id="{73CDD1B5-6239-4A08-8ECA-E2349CD3885A}"/>
                  </a:ext>
                </a:extLst>
              </p:cNvPr>
              <p:cNvSpPr/>
              <p:nvPr/>
            </p:nvSpPr>
            <p:spPr>
              <a:xfrm>
                <a:off x="1918662" y="3122223"/>
                <a:ext cx="3405812" cy="129329"/>
              </a:xfrm>
              <a:prstGeom prst="rightArrow">
                <a:avLst>
                  <a:gd name="adj1" fmla="val 35271"/>
                  <a:gd name="adj2" fmla="val 64116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CD1BC7E-B8D9-4BBA-AD73-979393AD280A}"/>
                </a:ext>
              </a:extLst>
            </p:cNvPr>
            <p:cNvSpPr/>
            <p:nvPr/>
          </p:nvSpPr>
          <p:spPr>
            <a:xfrm>
              <a:off x="8836470" y="3223104"/>
              <a:ext cx="184217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V</a:t>
              </a:r>
              <a:r>
                <a:rPr lang="en-US" altLang="ko-KR" sz="1000" b="1" baseline="-25000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max</a:t>
              </a:r>
              <a:r>
                <a:rPr lang="en-US" altLang="ko-KR" sz="1000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= 8.50E+5 units/min</a:t>
              </a:r>
              <a:endParaRPr lang="en-US" altLang="ko-KR" sz="1000" b="1" baseline="30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ko-KR" sz="10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 = 10.32 µM</a:t>
              </a:r>
              <a:endParaRPr lang="ko-KR" altLang="en-US" sz="1000" b="1" baseline="30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721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4617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시뮬레이션 결과와 실제 펩타이드 분해 형광 방출 사이의 간극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2294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A9E9D7B-DD28-4B6A-B5FB-2D6A28ED73F2}"/>
              </a:ext>
            </a:extLst>
          </p:cNvPr>
          <p:cNvSpPr/>
          <p:nvPr/>
        </p:nvSpPr>
        <p:spPr>
          <a:xfrm>
            <a:off x="224240" y="1035592"/>
            <a:ext cx="35351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Kgp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와 </a:t>
            </a: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Dabcyl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-HEKK(FITC)-OH 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Kinetics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7793219" y="627611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Park,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Jeeyeon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, et al. 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Journal of Dental Sciences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20.2 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): 802-810.</a:t>
            </a: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DOI: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https://www.sciencedirect.com/science/article/pii/S1991790224003362?via%3Dihub</a:t>
            </a:r>
          </a:p>
          <a:p>
            <a:pPr algn="r"/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C79D60E-1009-47E4-9FC9-A43E7C35EA0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84889" y="1433083"/>
          <a:ext cx="5461000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-His-Glu-Lys-Lys(FITC)-OH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0, 5, 10, 20, 40, 50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100, 500, 1000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90.88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pic>
        <p:nvPicPr>
          <p:cNvPr id="1026" name="Picture 2" descr="그림 2">
            <a:extLst>
              <a:ext uri="{FF2B5EF4-FFF2-40B4-BE49-F238E27FC236}">
                <a16:creationId xmlns:a16="http://schemas.microsoft.com/office/drawing/2014/main" id="{811DCC31-3B5F-41F4-A70B-E1BE40558D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8" b="176"/>
          <a:stretch/>
        </p:blipFill>
        <p:spPr bwMode="auto">
          <a:xfrm>
            <a:off x="284889" y="3334614"/>
            <a:ext cx="5114925" cy="281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DE6FF1C2-91E5-402F-B90E-2EB7FE955B1C}"/>
              </a:ext>
            </a:extLst>
          </p:cNvPr>
          <p:cNvSpPr/>
          <p:nvPr/>
        </p:nvSpPr>
        <p:spPr>
          <a:xfrm>
            <a:off x="3470478" y="3429000"/>
            <a:ext cx="1415847" cy="252133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0E3F6A4-AEE1-419B-9A88-F5DC3BA0B29F}"/>
              </a:ext>
            </a:extLst>
          </p:cNvPr>
          <p:cNvSpPr/>
          <p:nvPr/>
        </p:nvSpPr>
        <p:spPr>
          <a:xfrm>
            <a:off x="3759375" y="5262132"/>
            <a:ext cx="841200" cy="276241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8C174B0B-B48E-4625-B50B-C52DF27083C0}"/>
              </a:ext>
            </a:extLst>
          </p:cNvPr>
          <p:cNvSpPr/>
          <p:nvPr/>
        </p:nvSpPr>
        <p:spPr>
          <a:xfrm>
            <a:off x="1068538" y="3335884"/>
            <a:ext cx="3732062" cy="2534414"/>
          </a:xfrm>
          <a:custGeom>
            <a:avLst/>
            <a:gdLst>
              <a:gd name="connsiteX0" fmla="*/ 217337 w 3732062"/>
              <a:gd name="connsiteY0" fmla="*/ 2379116 h 2534414"/>
              <a:gd name="connsiteX1" fmla="*/ 912662 w 3732062"/>
              <a:gd name="connsiteY1" fmla="*/ 931316 h 2534414"/>
              <a:gd name="connsiteX2" fmla="*/ 1798487 w 3732062"/>
              <a:gd name="connsiteY2" fmla="*/ 350291 h 2534414"/>
              <a:gd name="connsiteX3" fmla="*/ 2865287 w 3732062"/>
              <a:gd name="connsiteY3" fmla="*/ 359816 h 2534414"/>
              <a:gd name="connsiteX4" fmla="*/ 3408212 w 3732062"/>
              <a:gd name="connsiteY4" fmla="*/ 950366 h 2534414"/>
              <a:gd name="connsiteX5" fmla="*/ 3732062 w 3732062"/>
              <a:gd name="connsiteY5" fmla="*/ 950366 h 2534414"/>
              <a:gd name="connsiteX6" fmla="*/ 3408212 w 3732062"/>
              <a:gd name="connsiteY6" fmla="*/ 331241 h 2534414"/>
              <a:gd name="connsiteX7" fmla="*/ 2760512 w 3732062"/>
              <a:gd name="connsiteY7" fmla="*/ 26441 h 2534414"/>
              <a:gd name="connsiteX8" fmla="*/ 1341287 w 3732062"/>
              <a:gd name="connsiteY8" fmla="*/ 131216 h 2534414"/>
              <a:gd name="connsiteX9" fmla="*/ 417362 w 3732062"/>
              <a:gd name="connsiteY9" fmla="*/ 1045616 h 2534414"/>
              <a:gd name="connsiteX10" fmla="*/ 26837 w 3732062"/>
              <a:gd name="connsiteY10" fmla="*/ 2102891 h 2534414"/>
              <a:gd name="connsiteX11" fmla="*/ 55412 w 3732062"/>
              <a:gd name="connsiteY11" fmla="*/ 2464841 h 2534414"/>
              <a:gd name="connsiteX12" fmla="*/ 217337 w 3732062"/>
              <a:gd name="connsiteY12" fmla="*/ 2379116 h 2534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32062" h="2534414">
                <a:moveTo>
                  <a:pt x="217337" y="2379116"/>
                </a:moveTo>
                <a:cubicBezTo>
                  <a:pt x="360212" y="2123528"/>
                  <a:pt x="649137" y="1269453"/>
                  <a:pt x="912662" y="931316"/>
                </a:cubicBezTo>
                <a:cubicBezTo>
                  <a:pt x="1176187" y="593178"/>
                  <a:pt x="1473050" y="445541"/>
                  <a:pt x="1798487" y="350291"/>
                </a:cubicBezTo>
                <a:cubicBezTo>
                  <a:pt x="2123924" y="255041"/>
                  <a:pt x="2597000" y="259804"/>
                  <a:pt x="2865287" y="359816"/>
                </a:cubicBezTo>
                <a:cubicBezTo>
                  <a:pt x="3133574" y="459828"/>
                  <a:pt x="3263749" y="851941"/>
                  <a:pt x="3408212" y="950366"/>
                </a:cubicBezTo>
                <a:cubicBezTo>
                  <a:pt x="3552675" y="1048791"/>
                  <a:pt x="3732062" y="1053553"/>
                  <a:pt x="3732062" y="950366"/>
                </a:cubicBezTo>
                <a:cubicBezTo>
                  <a:pt x="3732062" y="847179"/>
                  <a:pt x="3570137" y="485228"/>
                  <a:pt x="3408212" y="331241"/>
                </a:cubicBezTo>
                <a:cubicBezTo>
                  <a:pt x="3246287" y="177254"/>
                  <a:pt x="3104999" y="59778"/>
                  <a:pt x="2760512" y="26441"/>
                </a:cubicBezTo>
                <a:cubicBezTo>
                  <a:pt x="2416025" y="-6896"/>
                  <a:pt x="1731812" y="-38647"/>
                  <a:pt x="1341287" y="131216"/>
                </a:cubicBezTo>
                <a:cubicBezTo>
                  <a:pt x="950762" y="301078"/>
                  <a:pt x="636437" y="717004"/>
                  <a:pt x="417362" y="1045616"/>
                </a:cubicBezTo>
                <a:cubicBezTo>
                  <a:pt x="198287" y="1374228"/>
                  <a:pt x="87162" y="1866353"/>
                  <a:pt x="26837" y="2102891"/>
                </a:cubicBezTo>
                <a:cubicBezTo>
                  <a:pt x="-33488" y="2339429"/>
                  <a:pt x="22075" y="2421979"/>
                  <a:pt x="55412" y="2464841"/>
                </a:cubicBezTo>
                <a:cubicBezTo>
                  <a:pt x="88749" y="2507703"/>
                  <a:pt x="74462" y="2634704"/>
                  <a:pt x="217337" y="2379116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24918F1-8728-4873-BC83-A51838E2F9D4}"/>
              </a:ext>
            </a:extLst>
          </p:cNvPr>
          <p:cNvSpPr/>
          <p:nvPr/>
        </p:nvSpPr>
        <p:spPr>
          <a:xfrm>
            <a:off x="4343290" y="3631263"/>
            <a:ext cx="841201" cy="129329"/>
          </a:xfrm>
          <a:prstGeom prst="rightArrow">
            <a:avLst>
              <a:gd name="adj1" fmla="val 35271"/>
              <a:gd name="adj2" fmla="val 6411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F76C87F-AB01-4D3A-A272-9662271C2052}"/>
              </a:ext>
            </a:extLst>
          </p:cNvPr>
          <p:cNvSpPr/>
          <p:nvPr/>
        </p:nvSpPr>
        <p:spPr>
          <a:xfrm>
            <a:off x="5187809" y="3572816"/>
            <a:ext cx="160172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고농도에서 형광 감소</a:t>
            </a:r>
            <a:endParaRPr lang="ko-KR" altLang="en-US" sz="1000" baseline="30000" dirty="0">
              <a:solidFill>
                <a:srgbClr val="FF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0FC52F-3D19-41BD-B0D0-0A0B3AF22870}"/>
              </a:ext>
            </a:extLst>
          </p:cNvPr>
          <p:cNvSpPr txBox="1"/>
          <p:nvPr/>
        </p:nvSpPr>
        <p:spPr>
          <a:xfrm>
            <a:off x="5311995" y="3819037"/>
            <a:ext cx="2698587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Photobleaching</a:t>
            </a:r>
          </a:p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Internal filter</a:t>
            </a:r>
          </a:p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Self-quenching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0EE6072-4267-4998-AD46-4790998C63E8}"/>
              </a:ext>
            </a:extLst>
          </p:cNvPr>
          <p:cNvCxnSpPr>
            <a:cxnSpLocks/>
          </p:cNvCxnSpPr>
          <p:nvPr/>
        </p:nvCxnSpPr>
        <p:spPr>
          <a:xfrm>
            <a:off x="1884570" y="2669479"/>
            <a:ext cx="2554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1A7701E-1F21-41D3-BE3C-ED23C19EAD13}"/>
              </a:ext>
            </a:extLst>
          </p:cNvPr>
          <p:cNvCxnSpPr>
            <a:cxnSpLocks/>
          </p:cNvCxnSpPr>
          <p:nvPr/>
        </p:nvCxnSpPr>
        <p:spPr>
          <a:xfrm>
            <a:off x="2141825" y="2674153"/>
            <a:ext cx="253032" cy="745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058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4617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시뮬레이션 결과와 실제 펩타이드 분해 형광 방출 사이의 간극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2294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A9E9D7B-DD28-4B6A-B5FB-2D6A28ED73F2}"/>
              </a:ext>
            </a:extLst>
          </p:cNvPr>
          <p:cNvSpPr/>
          <p:nvPr/>
        </p:nvSpPr>
        <p:spPr>
          <a:xfrm>
            <a:off x="224240" y="1035592"/>
            <a:ext cx="35351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Kgp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와 </a:t>
            </a: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Dabcyl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-HEKK(FITC)-OH 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Kinetics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7793219" y="627611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Park,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Jeeyeon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, et al. 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Journal of Dental Sciences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20.2 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): 802-810.</a:t>
            </a: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DOI: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https://www.sciencedirect.com/science/article/pii/S1991790224003362?via%3Dihub</a:t>
            </a:r>
          </a:p>
          <a:p>
            <a:pPr algn="r"/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6B9B5F01-D05E-404C-8F19-E758989F6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149560"/>
              </p:ext>
            </p:extLst>
          </p:nvPr>
        </p:nvGraphicFramePr>
        <p:xfrm>
          <a:off x="5924549" y="1433083"/>
          <a:ext cx="5982561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68146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88177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2532640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</a:t>
                      </a:r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Gly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50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</a:t>
                      </a: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0.097, 0.19, 1.56, 3.25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5, 12.5, 25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g/mL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pic>
        <p:nvPicPr>
          <p:cNvPr id="3074" name="Picture 2" descr="https://ars.els-cdn.com/content/image/1-s2.0-S1991790224003362-gr4_lrg.jpg">
            <a:extLst>
              <a:ext uri="{FF2B5EF4-FFF2-40B4-BE49-F238E27FC236}">
                <a16:creationId xmlns:a16="http://schemas.microsoft.com/office/drawing/2014/main" id="{3E9856D7-681A-4F4B-9506-EB745172A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693" y="3127317"/>
            <a:ext cx="4713949" cy="3172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0B68FE4-F171-4985-93F7-BB3EE4F3F102}"/>
              </a:ext>
            </a:extLst>
          </p:cNvPr>
          <p:cNvSpPr/>
          <p:nvPr/>
        </p:nvSpPr>
        <p:spPr>
          <a:xfrm>
            <a:off x="9437640" y="4220642"/>
            <a:ext cx="9861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</a:t>
            </a:r>
            <a:r>
              <a:rPr lang="en-US" altLang="ko-KR" sz="1000" b="1" baseline="30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en-US" altLang="ko-KR" sz="10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=0.9854</a:t>
            </a:r>
            <a:endParaRPr lang="ko-KR" altLang="en-US" sz="1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5502F17-B0C2-467E-ABB6-5070A8FAE816}"/>
              </a:ext>
            </a:extLst>
          </p:cNvPr>
          <p:cNvCxnSpPr>
            <a:cxnSpLocks/>
          </p:cNvCxnSpPr>
          <p:nvPr/>
        </p:nvCxnSpPr>
        <p:spPr>
          <a:xfrm>
            <a:off x="9353006" y="2647406"/>
            <a:ext cx="2554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5BA098C-C0AF-4C71-8249-A80F714CBC7B}"/>
              </a:ext>
            </a:extLst>
          </p:cNvPr>
          <p:cNvCxnSpPr/>
          <p:nvPr/>
        </p:nvCxnSpPr>
        <p:spPr>
          <a:xfrm flipH="1">
            <a:off x="8791655" y="2652080"/>
            <a:ext cx="818606" cy="118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7647F10-0D00-4F58-A9C0-E1587F923CEA}"/>
              </a:ext>
            </a:extLst>
          </p:cNvPr>
          <p:cNvCxnSpPr>
            <a:cxnSpLocks/>
          </p:cNvCxnSpPr>
          <p:nvPr/>
        </p:nvCxnSpPr>
        <p:spPr>
          <a:xfrm>
            <a:off x="9353006" y="2447109"/>
            <a:ext cx="14804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6DC1999-B977-4A56-8A43-45E0D3C6DE0D}"/>
              </a:ext>
            </a:extLst>
          </p:cNvPr>
          <p:cNvCxnSpPr>
            <a:cxnSpLocks/>
          </p:cNvCxnSpPr>
          <p:nvPr/>
        </p:nvCxnSpPr>
        <p:spPr>
          <a:xfrm>
            <a:off x="10802879" y="2447109"/>
            <a:ext cx="44890" cy="19274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61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25139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 Cleavage Reaction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71713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CB8EE56-9723-434D-B3A7-33FC8DD36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895" y="1263451"/>
            <a:ext cx="2348187" cy="1701199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E212DD61-77D2-4E97-9523-3EBAB4B63D65}"/>
              </a:ext>
            </a:extLst>
          </p:cNvPr>
          <p:cNvGrpSpPr/>
          <p:nvPr/>
        </p:nvGrpSpPr>
        <p:grpSpPr>
          <a:xfrm>
            <a:off x="2955584" y="1581653"/>
            <a:ext cx="383413" cy="209780"/>
            <a:chOff x="3984021" y="1132618"/>
            <a:chExt cx="1249614" cy="683712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B43483B-0AE3-449A-B562-E3C43BEC8EC1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9B89D82-4378-4EB9-A568-DA80A454337C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A41B357-2957-4A52-93F3-0B8569974FE1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별: 꼭짓점 5개 24">
              <a:extLst>
                <a:ext uri="{FF2B5EF4-FFF2-40B4-BE49-F238E27FC236}">
                  <a16:creationId xmlns:a16="http://schemas.microsoft.com/office/drawing/2014/main" id="{FDA62ABD-B159-4433-84D1-9DB442BF025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C97F896C-97E5-41C3-AFE5-940677398C7B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화살표: 오각형 31">
              <a:extLst>
                <a:ext uri="{FF2B5EF4-FFF2-40B4-BE49-F238E27FC236}">
                  <a16:creationId xmlns:a16="http://schemas.microsoft.com/office/drawing/2014/main" id="{0B007147-E407-4990-9229-AE684618021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C479A53-F4B3-4828-8C7C-B23F55A7742A}"/>
              </a:ext>
            </a:extLst>
          </p:cNvPr>
          <p:cNvGrpSpPr/>
          <p:nvPr/>
        </p:nvGrpSpPr>
        <p:grpSpPr>
          <a:xfrm>
            <a:off x="3597233" y="1874749"/>
            <a:ext cx="383413" cy="209780"/>
            <a:chOff x="3984021" y="1132618"/>
            <a:chExt cx="1249614" cy="683712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2C7FC08-2B9B-4DE2-87F4-CEB172EB45EA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000B7E9-7C12-4BFD-A49B-2781E0DBE627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037A914-3F26-4BCA-A018-7B769358C1A0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별: 꼭짓점 5개 44">
              <a:extLst>
                <a:ext uri="{FF2B5EF4-FFF2-40B4-BE49-F238E27FC236}">
                  <a16:creationId xmlns:a16="http://schemas.microsoft.com/office/drawing/2014/main" id="{EF8E91DA-434C-4D16-9F62-0FB85749919F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99DCC2E4-D889-4657-85A5-A76D1016CB6B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화살표: 오각형 46">
              <a:extLst>
                <a:ext uri="{FF2B5EF4-FFF2-40B4-BE49-F238E27FC236}">
                  <a16:creationId xmlns:a16="http://schemas.microsoft.com/office/drawing/2014/main" id="{3DC721B2-E5C7-4235-A543-1C13E5B435E2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4C73698-225F-4A67-BF53-468390AFC2DA}"/>
              </a:ext>
            </a:extLst>
          </p:cNvPr>
          <p:cNvGrpSpPr/>
          <p:nvPr/>
        </p:nvGrpSpPr>
        <p:grpSpPr>
          <a:xfrm>
            <a:off x="2689391" y="1997218"/>
            <a:ext cx="383413" cy="209780"/>
            <a:chOff x="3984021" y="1132618"/>
            <a:chExt cx="1249614" cy="68371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1B94F3FA-BF2B-4E25-A980-8126055900BD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3F5CFA89-6C4C-4B7F-8917-224A439FB86D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612CF5F-2F37-4FEB-9976-B8F3D77B98EB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별: 꼭짓점 5개 51">
              <a:extLst>
                <a:ext uri="{FF2B5EF4-FFF2-40B4-BE49-F238E27FC236}">
                  <a16:creationId xmlns:a16="http://schemas.microsoft.com/office/drawing/2014/main" id="{B44D70BA-D136-4D01-8307-801F9C6DCA86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572AEB2F-AF21-40EA-BF56-8B47F1F5DCEB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화살표: 오각형 53">
              <a:extLst>
                <a:ext uri="{FF2B5EF4-FFF2-40B4-BE49-F238E27FC236}">
                  <a16:creationId xmlns:a16="http://schemas.microsoft.com/office/drawing/2014/main" id="{3654EE6B-AFB9-4307-967C-79674B52532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BC7FD7BB-1432-4E74-BAD3-3489B986D8DF}"/>
              </a:ext>
            </a:extLst>
          </p:cNvPr>
          <p:cNvGrpSpPr/>
          <p:nvPr/>
        </p:nvGrpSpPr>
        <p:grpSpPr>
          <a:xfrm>
            <a:off x="3220825" y="2186542"/>
            <a:ext cx="383413" cy="209780"/>
            <a:chOff x="3984021" y="1132618"/>
            <a:chExt cx="1249614" cy="683712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F0209C30-F6A8-4302-ACFC-BC22446FDCC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63515C02-692C-429D-8A5B-D4FF09E401F6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08483D4E-F7A5-4013-B8C8-E0F90F266407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별: 꼭짓점 5개 58">
              <a:extLst>
                <a:ext uri="{FF2B5EF4-FFF2-40B4-BE49-F238E27FC236}">
                  <a16:creationId xmlns:a16="http://schemas.microsoft.com/office/drawing/2014/main" id="{5638379D-2173-44E7-902F-9D0F1B7A7163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2179E9CF-E044-4591-A8EA-34954E4BE9F1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173DDB04-8CBE-4755-BDDB-907301DAC124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62" name="그림 61">
            <a:extLst>
              <a:ext uri="{FF2B5EF4-FFF2-40B4-BE49-F238E27FC236}">
                <a16:creationId xmlns:a16="http://schemas.microsoft.com/office/drawing/2014/main" id="{BB429B6B-D92E-4111-837B-33BBB7FB5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028" y="1263451"/>
            <a:ext cx="2348187" cy="1701199"/>
          </a:xfrm>
          <a:prstGeom prst="rect">
            <a:avLst/>
          </a:prstGeom>
        </p:spPr>
      </p:pic>
      <p:grpSp>
        <p:nvGrpSpPr>
          <p:cNvPr id="77" name="그룹 76">
            <a:extLst>
              <a:ext uri="{FF2B5EF4-FFF2-40B4-BE49-F238E27FC236}">
                <a16:creationId xmlns:a16="http://schemas.microsoft.com/office/drawing/2014/main" id="{9EA79F7E-DA35-4FD4-BD96-8EE0F19852B3}"/>
              </a:ext>
            </a:extLst>
          </p:cNvPr>
          <p:cNvGrpSpPr/>
          <p:nvPr/>
        </p:nvGrpSpPr>
        <p:grpSpPr>
          <a:xfrm>
            <a:off x="5340524" y="1997218"/>
            <a:ext cx="383413" cy="209780"/>
            <a:chOff x="3984021" y="1132618"/>
            <a:chExt cx="1249614" cy="683712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ED973327-9E33-46A2-83F3-D84B8BAD42F0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4ECDDCD-A90D-47E4-9279-74D713D57B63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DA3EC35-92D0-41EB-ADE6-FDE2BC363F8E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별: 꼭짓점 5개 80">
              <a:extLst>
                <a:ext uri="{FF2B5EF4-FFF2-40B4-BE49-F238E27FC236}">
                  <a16:creationId xmlns:a16="http://schemas.microsoft.com/office/drawing/2014/main" id="{BEC34FE3-CEDB-4C1F-BFF2-C6CF0C2B500E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F615A73C-E7A1-44D3-9952-60C6E04A4DE3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화살표: 오각형 82">
              <a:extLst>
                <a:ext uri="{FF2B5EF4-FFF2-40B4-BE49-F238E27FC236}">
                  <a16:creationId xmlns:a16="http://schemas.microsoft.com/office/drawing/2014/main" id="{9EB139B3-98BA-4736-A0CC-22371CBC8C96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9" name="부분 원형 38">
            <a:extLst>
              <a:ext uri="{FF2B5EF4-FFF2-40B4-BE49-F238E27FC236}">
                <a16:creationId xmlns:a16="http://schemas.microsoft.com/office/drawing/2014/main" id="{B865440E-C7F6-4609-943D-4E0F5ADFBBF9}"/>
              </a:ext>
            </a:extLst>
          </p:cNvPr>
          <p:cNvSpPr/>
          <p:nvPr/>
        </p:nvSpPr>
        <p:spPr>
          <a:xfrm>
            <a:off x="5312454" y="1752431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부분 원형 137">
            <a:extLst>
              <a:ext uri="{FF2B5EF4-FFF2-40B4-BE49-F238E27FC236}">
                <a16:creationId xmlns:a16="http://schemas.microsoft.com/office/drawing/2014/main" id="{64F1EA57-E4AD-4B8D-AAEA-90B7EDF80CA2}"/>
              </a:ext>
            </a:extLst>
          </p:cNvPr>
          <p:cNvSpPr/>
          <p:nvPr/>
        </p:nvSpPr>
        <p:spPr>
          <a:xfrm>
            <a:off x="5526466" y="225755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부분 원형 138">
            <a:extLst>
              <a:ext uri="{FF2B5EF4-FFF2-40B4-BE49-F238E27FC236}">
                <a16:creationId xmlns:a16="http://schemas.microsoft.com/office/drawing/2014/main" id="{11775C9F-4A79-46F8-96A8-9F1307692CB5}"/>
              </a:ext>
            </a:extLst>
          </p:cNvPr>
          <p:cNvSpPr/>
          <p:nvPr/>
        </p:nvSpPr>
        <p:spPr>
          <a:xfrm>
            <a:off x="5936522" y="190106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부분 원형 139">
            <a:extLst>
              <a:ext uri="{FF2B5EF4-FFF2-40B4-BE49-F238E27FC236}">
                <a16:creationId xmlns:a16="http://schemas.microsoft.com/office/drawing/2014/main" id="{19066369-DA9B-4D83-B6BA-E6375F591B09}"/>
              </a:ext>
            </a:extLst>
          </p:cNvPr>
          <p:cNvSpPr/>
          <p:nvPr/>
        </p:nvSpPr>
        <p:spPr>
          <a:xfrm>
            <a:off x="6477191" y="2160300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부분 원형 140">
            <a:extLst>
              <a:ext uri="{FF2B5EF4-FFF2-40B4-BE49-F238E27FC236}">
                <a16:creationId xmlns:a16="http://schemas.microsoft.com/office/drawing/2014/main" id="{209ABD59-F722-4C12-BF05-FD816391DDAA}"/>
              </a:ext>
            </a:extLst>
          </p:cNvPr>
          <p:cNvSpPr/>
          <p:nvPr/>
        </p:nvSpPr>
        <p:spPr>
          <a:xfrm>
            <a:off x="6225559" y="1655769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5026080E-90B5-494A-96B7-C1453F5CF91B}"/>
              </a:ext>
            </a:extLst>
          </p:cNvPr>
          <p:cNvGrpSpPr/>
          <p:nvPr/>
        </p:nvGrpSpPr>
        <p:grpSpPr>
          <a:xfrm>
            <a:off x="6405297" y="1847125"/>
            <a:ext cx="383413" cy="209780"/>
            <a:chOff x="3984021" y="1132618"/>
            <a:chExt cx="1249614" cy="683712"/>
          </a:xfrm>
        </p:grpSpPr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07838CA7-0DDB-4E9E-BFE6-F60A7E1A864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2184ABC8-368E-43FD-851D-40191D37842F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5C8D5E58-0378-4851-89E8-88D2CC4DCEA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별: 꼭짓점 5개 145">
              <a:extLst>
                <a:ext uri="{FF2B5EF4-FFF2-40B4-BE49-F238E27FC236}">
                  <a16:creationId xmlns:a16="http://schemas.microsoft.com/office/drawing/2014/main" id="{BCFB927E-18E8-43C0-BE8D-41B29803D8C2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2092E3F4-9F39-466D-9934-D53DF982D6CB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화살표: 오각형 147">
              <a:extLst>
                <a:ext uri="{FF2B5EF4-FFF2-40B4-BE49-F238E27FC236}">
                  <a16:creationId xmlns:a16="http://schemas.microsoft.com/office/drawing/2014/main" id="{9CA11EC7-308C-497B-8696-6E24E51E3FBB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A4300CA9-906A-4959-A121-91166B948C23}"/>
              </a:ext>
            </a:extLst>
          </p:cNvPr>
          <p:cNvGrpSpPr/>
          <p:nvPr/>
        </p:nvGrpSpPr>
        <p:grpSpPr>
          <a:xfrm>
            <a:off x="5920551" y="2236331"/>
            <a:ext cx="383413" cy="209780"/>
            <a:chOff x="3984021" y="1132618"/>
            <a:chExt cx="1249614" cy="683712"/>
          </a:xfrm>
        </p:grpSpPr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369AA7B6-26CE-4FD7-957D-7E38BC5BDF87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6E529629-6D3D-4F96-B87D-EBFBEAFB6195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CE997686-F2B7-42F9-9D6A-B7C0471E43AF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별: 꼭짓점 5개 152">
              <a:extLst>
                <a:ext uri="{FF2B5EF4-FFF2-40B4-BE49-F238E27FC236}">
                  <a16:creationId xmlns:a16="http://schemas.microsoft.com/office/drawing/2014/main" id="{CA5BED44-9D1E-44EE-A4C1-1D84C8E0BCB9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AA54C3FB-0BFC-42AA-B50E-0D405DF0CA11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화살표: 오각형 154">
              <a:extLst>
                <a:ext uri="{FF2B5EF4-FFF2-40B4-BE49-F238E27FC236}">
                  <a16:creationId xmlns:a16="http://schemas.microsoft.com/office/drawing/2014/main" id="{2C0A2D85-6423-4EC9-8127-140BC5B2E359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658000D4-E7E8-4B5C-8810-018412F81C1D}"/>
              </a:ext>
            </a:extLst>
          </p:cNvPr>
          <p:cNvGrpSpPr/>
          <p:nvPr/>
        </p:nvGrpSpPr>
        <p:grpSpPr>
          <a:xfrm>
            <a:off x="5664708" y="1567624"/>
            <a:ext cx="383413" cy="209780"/>
            <a:chOff x="3984021" y="1132618"/>
            <a:chExt cx="1249614" cy="683712"/>
          </a:xfrm>
        </p:grpSpPr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F525A669-1881-4139-B16E-E697E66DC1F8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69EA3B36-B4C5-4553-8A34-CAF7EBA03C5F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5DDE1671-6516-41E9-B419-61862EBFCCE1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별: 꼭짓점 5개 159">
              <a:extLst>
                <a:ext uri="{FF2B5EF4-FFF2-40B4-BE49-F238E27FC236}">
                  <a16:creationId xmlns:a16="http://schemas.microsoft.com/office/drawing/2014/main" id="{76C410BB-A8E1-4DB8-8655-7D64481B1F7A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2C901748-CF40-42C5-95CB-483043ED86C7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화살표: 오각형 161">
              <a:extLst>
                <a:ext uri="{FF2B5EF4-FFF2-40B4-BE49-F238E27FC236}">
                  <a16:creationId xmlns:a16="http://schemas.microsoft.com/office/drawing/2014/main" id="{F59AA18D-8889-4A7C-9CCF-6566F0E9017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17" name="그림 216">
            <a:extLst>
              <a:ext uri="{FF2B5EF4-FFF2-40B4-BE49-F238E27FC236}">
                <a16:creationId xmlns:a16="http://schemas.microsoft.com/office/drawing/2014/main" id="{3C5DEC74-5686-4C73-8E17-6F7955934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284" y="1263451"/>
            <a:ext cx="2348187" cy="1701199"/>
          </a:xfrm>
          <a:prstGeom prst="rect">
            <a:avLst/>
          </a:prstGeom>
        </p:spPr>
      </p:pic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BA8E22FC-015F-4351-AA03-789842E8C19B}"/>
              </a:ext>
            </a:extLst>
          </p:cNvPr>
          <p:cNvGrpSpPr/>
          <p:nvPr/>
        </p:nvGrpSpPr>
        <p:grpSpPr>
          <a:xfrm>
            <a:off x="8117779" y="1997218"/>
            <a:ext cx="227434" cy="209780"/>
            <a:chOff x="3984021" y="1132618"/>
            <a:chExt cx="741250" cy="683712"/>
          </a:xfrm>
        </p:grpSpPr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0B97DF14-0FAA-4983-A561-D086621973D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타원 220">
              <a:extLst>
                <a:ext uri="{FF2B5EF4-FFF2-40B4-BE49-F238E27FC236}">
                  <a16:creationId xmlns:a16="http://schemas.microsoft.com/office/drawing/2014/main" id="{45B3D6B0-4095-4191-A7A4-1A33C4C38D1F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화살표: 오각형 223">
              <a:extLst>
                <a:ext uri="{FF2B5EF4-FFF2-40B4-BE49-F238E27FC236}">
                  <a16:creationId xmlns:a16="http://schemas.microsoft.com/office/drawing/2014/main" id="{D9FCD4B2-ED7C-4DFD-8778-D79781584E04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5" name="부분 원형 224">
            <a:extLst>
              <a:ext uri="{FF2B5EF4-FFF2-40B4-BE49-F238E27FC236}">
                <a16:creationId xmlns:a16="http://schemas.microsoft.com/office/drawing/2014/main" id="{1DBF0219-3CE8-4A05-A69F-C563EFAEE923}"/>
              </a:ext>
            </a:extLst>
          </p:cNvPr>
          <p:cNvSpPr/>
          <p:nvPr/>
        </p:nvSpPr>
        <p:spPr>
          <a:xfrm>
            <a:off x="8089710" y="1752431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부분 원형 225">
            <a:extLst>
              <a:ext uri="{FF2B5EF4-FFF2-40B4-BE49-F238E27FC236}">
                <a16:creationId xmlns:a16="http://schemas.microsoft.com/office/drawing/2014/main" id="{B62540BE-BF44-4EC8-85CE-73AE7E276982}"/>
              </a:ext>
            </a:extLst>
          </p:cNvPr>
          <p:cNvSpPr/>
          <p:nvPr/>
        </p:nvSpPr>
        <p:spPr>
          <a:xfrm>
            <a:off x="8303722" y="225755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7" name="부분 원형 226">
            <a:extLst>
              <a:ext uri="{FF2B5EF4-FFF2-40B4-BE49-F238E27FC236}">
                <a16:creationId xmlns:a16="http://schemas.microsoft.com/office/drawing/2014/main" id="{59FDF553-CF76-405A-9E92-E2667FC14417}"/>
              </a:ext>
            </a:extLst>
          </p:cNvPr>
          <p:cNvSpPr/>
          <p:nvPr/>
        </p:nvSpPr>
        <p:spPr>
          <a:xfrm>
            <a:off x="8713778" y="190106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8" name="부분 원형 227">
            <a:extLst>
              <a:ext uri="{FF2B5EF4-FFF2-40B4-BE49-F238E27FC236}">
                <a16:creationId xmlns:a16="http://schemas.microsoft.com/office/drawing/2014/main" id="{3A4FEB0D-ADE5-43E0-A2E7-504B34FAFF1F}"/>
              </a:ext>
            </a:extLst>
          </p:cNvPr>
          <p:cNvSpPr/>
          <p:nvPr/>
        </p:nvSpPr>
        <p:spPr>
          <a:xfrm>
            <a:off x="9254447" y="2160300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9" name="부분 원형 228">
            <a:extLst>
              <a:ext uri="{FF2B5EF4-FFF2-40B4-BE49-F238E27FC236}">
                <a16:creationId xmlns:a16="http://schemas.microsoft.com/office/drawing/2014/main" id="{853628C3-09F1-4437-857E-43D0C3122E55}"/>
              </a:ext>
            </a:extLst>
          </p:cNvPr>
          <p:cNvSpPr/>
          <p:nvPr/>
        </p:nvSpPr>
        <p:spPr>
          <a:xfrm>
            <a:off x="9002815" y="1655769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AE061277-000A-4749-A003-FE7821F47FE8}"/>
              </a:ext>
            </a:extLst>
          </p:cNvPr>
          <p:cNvGrpSpPr/>
          <p:nvPr/>
        </p:nvGrpSpPr>
        <p:grpSpPr>
          <a:xfrm>
            <a:off x="9333131" y="1847125"/>
            <a:ext cx="232835" cy="209780"/>
            <a:chOff x="10380089" y="3275696"/>
            <a:chExt cx="232835" cy="209780"/>
          </a:xfrm>
        </p:grpSpPr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D299701E-E46D-4C87-AF67-98AA663C6D3F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별: 꼭짓점 5개 233">
              <a:extLst>
                <a:ext uri="{FF2B5EF4-FFF2-40B4-BE49-F238E27FC236}">
                  <a16:creationId xmlns:a16="http://schemas.microsoft.com/office/drawing/2014/main" id="{9DCF4F6E-89E8-458D-A7D1-16D8AB29C327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3ECF987B-037C-4A41-B7CB-6FAF1DE0DE96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BD2710AA-681E-4A55-9345-A9F4EBBD2C7C}"/>
              </a:ext>
            </a:extLst>
          </p:cNvPr>
          <p:cNvGrpSpPr/>
          <p:nvPr/>
        </p:nvGrpSpPr>
        <p:grpSpPr>
          <a:xfrm>
            <a:off x="8697806" y="2236331"/>
            <a:ext cx="227434" cy="209780"/>
            <a:chOff x="3984021" y="1132618"/>
            <a:chExt cx="741250" cy="683712"/>
          </a:xfrm>
        </p:grpSpPr>
        <p:sp>
          <p:nvSpPr>
            <p:cNvPr id="238" name="직사각형 237">
              <a:extLst>
                <a:ext uri="{FF2B5EF4-FFF2-40B4-BE49-F238E27FC236}">
                  <a16:creationId xmlns:a16="http://schemas.microsoft.com/office/drawing/2014/main" id="{1D876C2C-0CD8-41F1-BFA5-681E4C551EFB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1DD902A3-8581-401A-90C7-0D8794B16E2E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화살표: 오각형 242">
              <a:extLst>
                <a:ext uri="{FF2B5EF4-FFF2-40B4-BE49-F238E27FC236}">
                  <a16:creationId xmlns:a16="http://schemas.microsoft.com/office/drawing/2014/main" id="{3348BE95-A5CB-4772-B546-D4394321B0D9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395A7FE8-88EC-4672-94B4-141921D3530C}"/>
              </a:ext>
            </a:extLst>
          </p:cNvPr>
          <p:cNvGrpSpPr/>
          <p:nvPr/>
        </p:nvGrpSpPr>
        <p:grpSpPr>
          <a:xfrm>
            <a:off x="8925240" y="2004136"/>
            <a:ext cx="232835" cy="209780"/>
            <a:chOff x="10380089" y="3275696"/>
            <a:chExt cx="232835" cy="209780"/>
          </a:xfrm>
        </p:grpSpPr>
        <p:sp>
          <p:nvSpPr>
            <p:cNvPr id="256" name="직사각형 255">
              <a:extLst>
                <a:ext uri="{FF2B5EF4-FFF2-40B4-BE49-F238E27FC236}">
                  <a16:creationId xmlns:a16="http://schemas.microsoft.com/office/drawing/2014/main" id="{10550899-864B-4855-BD4F-75BA6DAB585C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별: 꼭짓점 5개 256">
              <a:extLst>
                <a:ext uri="{FF2B5EF4-FFF2-40B4-BE49-F238E27FC236}">
                  <a16:creationId xmlns:a16="http://schemas.microsoft.com/office/drawing/2014/main" id="{9B7AEACF-CEB0-4D9A-86C7-02636AE57E16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EF64D8D3-D9AE-4D13-B30B-826F44ABA34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4802C4BA-9D94-4A86-B612-43E650244A15}"/>
              </a:ext>
            </a:extLst>
          </p:cNvPr>
          <p:cNvGrpSpPr/>
          <p:nvPr/>
        </p:nvGrpSpPr>
        <p:grpSpPr>
          <a:xfrm>
            <a:off x="8411664" y="1836200"/>
            <a:ext cx="232835" cy="209780"/>
            <a:chOff x="10380089" y="3275696"/>
            <a:chExt cx="232835" cy="209780"/>
          </a:xfrm>
        </p:grpSpPr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39EF77FE-5F25-4F78-B9A3-8A9790508557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별: 꼭짓점 5개 260">
              <a:extLst>
                <a:ext uri="{FF2B5EF4-FFF2-40B4-BE49-F238E27FC236}">
                  <a16:creationId xmlns:a16="http://schemas.microsoft.com/office/drawing/2014/main" id="{A99DCF1D-F8E2-4A73-9CD7-77B88A5FE92D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자유형: 도형 261">
              <a:extLst>
                <a:ext uri="{FF2B5EF4-FFF2-40B4-BE49-F238E27FC236}">
                  <a16:creationId xmlns:a16="http://schemas.microsoft.com/office/drawing/2014/main" id="{EB498375-F24B-4612-A9ED-58BE104C85EF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6445C21B-E511-4F3B-8594-1214E669CEEF}"/>
              </a:ext>
            </a:extLst>
          </p:cNvPr>
          <p:cNvGrpSpPr/>
          <p:nvPr/>
        </p:nvGrpSpPr>
        <p:grpSpPr>
          <a:xfrm>
            <a:off x="8644499" y="1545223"/>
            <a:ext cx="232835" cy="209780"/>
            <a:chOff x="10380089" y="3275696"/>
            <a:chExt cx="232835" cy="209780"/>
          </a:xfrm>
        </p:grpSpPr>
        <p:sp>
          <p:nvSpPr>
            <p:cNvPr id="264" name="직사각형 263">
              <a:extLst>
                <a:ext uri="{FF2B5EF4-FFF2-40B4-BE49-F238E27FC236}">
                  <a16:creationId xmlns:a16="http://schemas.microsoft.com/office/drawing/2014/main" id="{DE9DB8DD-E73D-4ACF-9F1A-877B8B1C2B79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별: 꼭짓점 5개 264">
              <a:extLst>
                <a:ext uri="{FF2B5EF4-FFF2-40B4-BE49-F238E27FC236}">
                  <a16:creationId xmlns:a16="http://schemas.microsoft.com/office/drawing/2014/main" id="{03F4D60F-AFB2-49F1-A098-C992CBAAA8AB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자유형: 도형 265">
              <a:extLst>
                <a:ext uri="{FF2B5EF4-FFF2-40B4-BE49-F238E27FC236}">
                  <a16:creationId xmlns:a16="http://schemas.microsoft.com/office/drawing/2014/main" id="{6E15B3C8-64D8-460B-8C09-97A182BF2595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0D384204-70D1-44C3-A37E-3D5C2BA477BE}"/>
              </a:ext>
            </a:extLst>
          </p:cNvPr>
          <p:cNvGrpSpPr/>
          <p:nvPr/>
        </p:nvGrpSpPr>
        <p:grpSpPr>
          <a:xfrm>
            <a:off x="9031505" y="1758168"/>
            <a:ext cx="227434" cy="209780"/>
            <a:chOff x="3984021" y="1132618"/>
            <a:chExt cx="741250" cy="683712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F39B345B-C96A-4034-BCB1-AB7B7A08501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2DF2CAC7-E2F6-4D04-96FA-A2ABF83D0453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화살표: 오각형 269">
              <a:extLst>
                <a:ext uri="{FF2B5EF4-FFF2-40B4-BE49-F238E27FC236}">
                  <a16:creationId xmlns:a16="http://schemas.microsoft.com/office/drawing/2014/main" id="{DDF27CA5-E0C5-483B-ACAE-883D652EF84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E7012C50-AADF-4B88-8788-162642E48A91}"/>
              </a:ext>
            </a:extLst>
          </p:cNvPr>
          <p:cNvGrpSpPr/>
          <p:nvPr/>
        </p:nvGrpSpPr>
        <p:grpSpPr>
          <a:xfrm>
            <a:off x="8310860" y="1521329"/>
            <a:ext cx="227434" cy="209780"/>
            <a:chOff x="3984021" y="1132618"/>
            <a:chExt cx="741250" cy="683712"/>
          </a:xfrm>
        </p:grpSpPr>
        <p:sp>
          <p:nvSpPr>
            <p:cNvPr id="272" name="직사각형 271">
              <a:extLst>
                <a:ext uri="{FF2B5EF4-FFF2-40B4-BE49-F238E27FC236}">
                  <a16:creationId xmlns:a16="http://schemas.microsoft.com/office/drawing/2014/main" id="{749A2B84-B2D6-42E2-A3CC-F44F40304236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타원 272">
              <a:extLst>
                <a:ext uri="{FF2B5EF4-FFF2-40B4-BE49-F238E27FC236}">
                  <a16:creationId xmlns:a16="http://schemas.microsoft.com/office/drawing/2014/main" id="{2DF82698-5EFD-4FE9-8AF8-5CD5A66049A5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화살표: 오각형 273">
              <a:extLst>
                <a:ext uri="{FF2B5EF4-FFF2-40B4-BE49-F238E27FC236}">
                  <a16:creationId xmlns:a16="http://schemas.microsoft.com/office/drawing/2014/main" id="{D1F3DCD1-004D-48C2-9ACA-EB5E59A1061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3" name="화살표: 아래쪽 292">
            <a:extLst>
              <a:ext uri="{FF2B5EF4-FFF2-40B4-BE49-F238E27FC236}">
                <a16:creationId xmlns:a16="http://schemas.microsoft.com/office/drawing/2014/main" id="{D95D01AB-5018-4BAE-9D8A-B83BF0A4B3A2}"/>
              </a:ext>
            </a:extLst>
          </p:cNvPr>
          <p:cNvSpPr/>
          <p:nvPr/>
        </p:nvSpPr>
        <p:spPr>
          <a:xfrm rot="16200000">
            <a:off x="4571321" y="1887198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4" name="화살표: 아래쪽 293">
            <a:extLst>
              <a:ext uri="{FF2B5EF4-FFF2-40B4-BE49-F238E27FC236}">
                <a16:creationId xmlns:a16="http://schemas.microsoft.com/office/drawing/2014/main" id="{976BCB86-7FCD-4D83-93E3-71C9D647EC49}"/>
              </a:ext>
            </a:extLst>
          </p:cNvPr>
          <p:cNvSpPr/>
          <p:nvPr/>
        </p:nvSpPr>
        <p:spPr>
          <a:xfrm rot="16200000">
            <a:off x="7226710" y="1887199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B3317DE-C7ED-4C41-8C94-D3534A734DF0}"/>
              </a:ext>
            </a:extLst>
          </p:cNvPr>
          <p:cNvGrpSpPr/>
          <p:nvPr/>
        </p:nvGrpSpPr>
        <p:grpSpPr>
          <a:xfrm>
            <a:off x="3448835" y="3337560"/>
            <a:ext cx="5911139" cy="2478271"/>
            <a:chOff x="3448835" y="3337560"/>
            <a:chExt cx="5911139" cy="2478271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ADE1A85-6D62-4270-888B-70A42619E2E6}"/>
                </a:ext>
              </a:extLst>
            </p:cNvPr>
            <p:cNvSpPr/>
            <p:nvPr/>
          </p:nvSpPr>
          <p:spPr>
            <a:xfrm>
              <a:off x="3472638" y="3591377"/>
              <a:ext cx="316692" cy="2207033"/>
            </a:xfrm>
            <a:prstGeom prst="rect">
              <a:avLst/>
            </a:prstGeom>
            <a:solidFill>
              <a:schemeClr val="accent4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6F23F402-8303-4CA9-829A-95203956A689}"/>
                </a:ext>
              </a:extLst>
            </p:cNvPr>
            <p:cNvGrpSpPr/>
            <p:nvPr/>
          </p:nvGrpSpPr>
          <p:grpSpPr>
            <a:xfrm>
              <a:off x="3448835" y="3453630"/>
              <a:ext cx="5315690" cy="2362201"/>
              <a:chOff x="7322092" y="3429000"/>
              <a:chExt cx="5315690" cy="2362201"/>
            </a:xfrm>
          </p:grpSpPr>
          <p:cxnSp>
            <p:nvCxnSpPr>
              <p:cNvPr id="5" name="직선 화살표 연결선 4">
                <a:extLst>
                  <a:ext uri="{FF2B5EF4-FFF2-40B4-BE49-F238E27FC236}">
                    <a16:creationId xmlns:a16="http://schemas.microsoft.com/office/drawing/2014/main" id="{50CD3032-5DA4-4B74-BE4E-F784936888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429000"/>
                <a:ext cx="0" cy="236220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화살표 연결선 112">
                <a:extLst>
                  <a:ext uri="{FF2B5EF4-FFF2-40B4-BE49-F238E27FC236}">
                    <a16:creationId xmlns:a16="http://schemas.microsoft.com/office/drawing/2014/main" id="{FC4679BC-5F54-4D90-80FD-DAB6A2A8AD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화살표 연결선 117">
                <a:extLst>
                  <a:ext uri="{FF2B5EF4-FFF2-40B4-BE49-F238E27FC236}">
                    <a16:creationId xmlns:a16="http://schemas.microsoft.com/office/drawing/2014/main" id="{61E67686-9BEB-47CC-B08E-E3D7763134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F52B1DD2-ED92-4BD6-9BDA-302FCF2F296F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2484100-4520-4857-9E04-8DB05B2393B8}"/>
                </a:ext>
              </a:extLst>
            </p:cNvPr>
            <p:cNvSpPr/>
            <p:nvPr/>
          </p:nvSpPr>
          <p:spPr>
            <a:xfrm>
              <a:off x="3493191" y="5501590"/>
              <a:ext cx="278012" cy="278012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화살표: 오른쪽 118">
              <a:extLst>
                <a:ext uri="{FF2B5EF4-FFF2-40B4-BE49-F238E27FC236}">
                  <a16:creationId xmlns:a16="http://schemas.microsoft.com/office/drawing/2014/main" id="{7AC36165-847E-41AB-977F-E5615F3E1A00}"/>
                </a:ext>
              </a:extLst>
            </p:cNvPr>
            <p:cNvSpPr/>
            <p:nvPr/>
          </p:nvSpPr>
          <p:spPr>
            <a:xfrm rot="10800000">
              <a:off x="8559415" y="3584364"/>
              <a:ext cx="383891" cy="129329"/>
            </a:xfrm>
            <a:prstGeom prst="rightArrow">
              <a:avLst>
                <a:gd name="adj1" fmla="val 35271"/>
                <a:gd name="adj2" fmla="val 6411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9CBAF527-4724-4787-9F15-3BB4DB0DD211}"/>
                </a:ext>
              </a:extLst>
            </p:cNvPr>
            <p:cNvSpPr/>
            <p:nvPr/>
          </p:nvSpPr>
          <p:spPr>
            <a:xfrm>
              <a:off x="3739809" y="5501590"/>
              <a:ext cx="31130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F</a:t>
              </a:r>
              <a:r>
                <a:rPr lang="en-US" altLang="ko-KR" sz="1000" b="1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0</a:t>
              </a:r>
              <a:endParaRPr lang="ko-KR" altLang="en-US" sz="1000" b="1" baseline="-25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76BB9D31-9BF7-438B-AF80-63F0830D1F1A}"/>
                </a:ext>
              </a:extLst>
            </p:cNvPr>
            <p:cNvSpPr/>
            <p:nvPr/>
          </p:nvSpPr>
          <p:spPr>
            <a:xfrm>
              <a:off x="8925240" y="3529549"/>
              <a:ext cx="43473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 err="1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F</a:t>
              </a:r>
              <a:r>
                <a:rPr lang="en-US" altLang="ko-KR" sz="10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max</a:t>
              </a:r>
              <a:endParaRPr lang="ko-KR" altLang="en-US" sz="1000" b="1" baseline="-25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2EDB423-D683-4683-B5E5-0588C193A26C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3721E44A-C70F-4DE6-9083-6F9D4444D20C}"/>
                </a:ext>
              </a:extLst>
            </p:cNvPr>
            <p:cNvSpPr/>
            <p:nvPr/>
          </p:nvSpPr>
          <p:spPr>
            <a:xfrm>
              <a:off x="3789329" y="3591377"/>
              <a:ext cx="2615967" cy="2207033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3D85C108-BBDA-488E-998E-2B5D60F6A882}"/>
                </a:ext>
              </a:extLst>
            </p:cNvPr>
            <p:cNvSpPr/>
            <p:nvPr/>
          </p:nvSpPr>
          <p:spPr>
            <a:xfrm>
              <a:off x="6404683" y="3591377"/>
              <a:ext cx="2103648" cy="2207033"/>
            </a:xfrm>
            <a:prstGeom prst="rect">
              <a:avLst/>
            </a:prstGeom>
            <a:solidFill>
              <a:schemeClr val="bg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3030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6C8FBA0-6CC8-4B2B-9DD8-856346506769}"/>
              </a:ext>
            </a:extLst>
          </p:cNvPr>
          <p:cNvGrpSpPr/>
          <p:nvPr/>
        </p:nvGrpSpPr>
        <p:grpSpPr>
          <a:xfrm>
            <a:off x="381272" y="3498379"/>
            <a:ext cx="4193096" cy="3037787"/>
            <a:chOff x="3462306" y="2289228"/>
            <a:chExt cx="7456460" cy="5402007"/>
          </a:xfrm>
        </p:grpSpPr>
        <p:pic>
          <p:nvPicPr>
            <p:cNvPr id="334" name="그림 333">
              <a:extLst>
                <a:ext uri="{FF2B5EF4-FFF2-40B4-BE49-F238E27FC236}">
                  <a16:creationId xmlns:a16="http://schemas.microsoft.com/office/drawing/2014/main" id="{7A7C5CCC-B293-45D1-8394-1A887DF27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2306" y="2289228"/>
              <a:ext cx="7456460" cy="5402007"/>
            </a:xfrm>
            <a:prstGeom prst="rect">
              <a:avLst/>
            </a:prstGeom>
            <a:ln>
              <a:noFill/>
            </a:ln>
          </p:spPr>
        </p:pic>
        <p:sp>
          <p:nvSpPr>
            <p:cNvPr id="339" name="부분 원형 338">
              <a:extLst>
                <a:ext uri="{FF2B5EF4-FFF2-40B4-BE49-F238E27FC236}">
                  <a16:creationId xmlns:a16="http://schemas.microsoft.com/office/drawing/2014/main" id="{9B6776A5-A1F7-40DD-83DF-719DBD34D59D}"/>
                </a:ext>
              </a:extLst>
            </p:cNvPr>
            <p:cNvSpPr/>
            <p:nvPr/>
          </p:nvSpPr>
          <p:spPr>
            <a:xfrm>
              <a:off x="6179267" y="4429994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부분 원형 339">
              <a:extLst>
                <a:ext uri="{FF2B5EF4-FFF2-40B4-BE49-F238E27FC236}">
                  <a16:creationId xmlns:a16="http://schemas.microsoft.com/office/drawing/2014/main" id="{E83E2EA6-0174-47E3-A3B0-A0CDD0221AF6}"/>
                </a:ext>
              </a:extLst>
            </p:cNvPr>
            <p:cNvSpPr/>
            <p:nvPr/>
          </p:nvSpPr>
          <p:spPr>
            <a:xfrm>
              <a:off x="6393279" y="493511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부분 원형 340">
              <a:extLst>
                <a:ext uri="{FF2B5EF4-FFF2-40B4-BE49-F238E27FC236}">
                  <a16:creationId xmlns:a16="http://schemas.microsoft.com/office/drawing/2014/main" id="{BA5E83E6-D9BE-40E9-B77F-645A51DD5B65}"/>
                </a:ext>
              </a:extLst>
            </p:cNvPr>
            <p:cNvSpPr/>
            <p:nvPr/>
          </p:nvSpPr>
          <p:spPr>
            <a:xfrm>
              <a:off x="6803335" y="457862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부분 원형 341">
              <a:extLst>
                <a:ext uri="{FF2B5EF4-FFF2-40B4-BE49-F238E27FC236}">
                  <a16:creationId xmlns:a16="http://schemas.microsoft.com/office/drawing/2014/main" id="{1B50B61A-3DF6-49EE-8724-94AE732187AF}"/>
                </a:ext>
              </a:extLst>
            </p:cNvPr>
            <p:cNvSpPr/>
            <p:nvPr/>
          </p:nvSpPr>
          <p:spPr>
            <a:xfrm>
              <a:off x="7344004" y="4837863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부분 원형 342">
              <a:extLst>
                <a:ext uri="{FF2B5EF4-FFF2-40B4-BE49-F238E27FC236}">
                  <a16:creationId xmlns:a16="http://schemas.microsoft.com/office/drawing/2014/main" id="{5E115DBE-2A7B-43E0-9922-689DE945A159}"/>
                </a:ext>
              </a:extLst>
            </p:cNvPr>
            <p:cNvSpPr/>
            <p:nvPr/>
          </p:nvSpPr>
          <p:spPr>
            <a:xfrm>
              <a:off x="7092372" y="433333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44" name="그룹 343">
              <a:extLst>
                <a:ext uri="{FF2B5EF4-FFF2-40B4-BE49-F238E27FC236}">
                  <a16:creationId xmlns:a16="http://schemas.microsoft.com/office/drawing/2014/main" id="{2F07F7E5-1D8C-4BD9-9929-7BB8D69D86CD}"/>
                </a:ext>
              </a:extLst>
            </p:cNvPr>
            <p:cNvGrpSpPr/>
            <p:nvPr/>
          </p:nvGrpSpPr>
          <p:grpSpPr>
            <a:xfrm>
              <a:off x="7422688" y="4524688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F4612165-81CF-4913-BC48-3C25CCC12B3B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6" name="별: 꼭짓점 5개 345">
                <a:extLst>
                  <a:ext uri="{FF2B5EF4-FFF2-40B4-BE49-F238E27FC236}">
                    <a16:creationId xmlns:a16="http://schemas.microsoft.com/office/drawing/2014/main" id="{98322B7A-4619-4B50-9EA7-8F4FBBF6DD24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7" name="자유형: 도형 346">
                <a:extLst>
                  <a:ext uri="{FF2B5EF4-FFF2-40B4-BE49-F238E27FC236}">
                    <a16:creationId xmlns:a16="http://schemas.microsoft.com/office/drawing/2014/main" id="{FAFC8F09-297F-4735-8126-A808FA5DA57C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2" name="그룹 351">
              <a:extLst>
                <a:ext uri="{FF2B5EF4-FFF2-40B4-BE49-F238E27FC236}">
                  <a16:creationId xmlns:a16="http://schemas.microsoft.com/office/drawing/2014/main" id="{517718B2-57F7-4595-A6D5-FB68F1539F46}"/>
                </a:ext>
              </a:extLst>
            </p:cNvPr>
            <p:cNvGrpSpPr/>
            <p:nvPr/>
          </p:nvGrpSpPr>
          <p:grpSpPr>
            <a:xfrm>
              <a:off x="7014797" y="4681699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53" name="직사각형 352">
                <a:extLst>
                  <a:ext uri="{FF2B5EF4-FFF2-40B4-BE49-F238E27FC236}">
                    <a16:creationId xmlns:a16="http://schemas.microsoft.com/office/drawing/2014/main" id="{9574E594-D043-40C4-90C9-606AB324952D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4" name="별: 꼭짓점 5개 353">
                <a:extLst>
                  <a:ext uri="{FF2B5EF4-FFF2-40B4-BE49-F238E27FC236}">
                    <a16:creationId xmlns:a16="http://schemas.microsoft.com/office/drawing/2014/main" id="{35D7CF96-69DC-404D-A70E-FB07F5521B8B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5" name="자유형: 도형 354">
                <a:extLst>
                  <a:ext uri="{FF2B5EF4-FFF2-40B4-BE49-F238E27FC236}">
                    <a16:creationId xmlns:a16="http://schemas.microsoft.com/office/drawing/2014/main" id="{3A1CA6D7-0CF4-4E9D-AB5F-58A8D93764B9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6" name="그룹 355">
              <a:extLst>
                <a:ext uri="{FF2B5EF4-FFF2-40B4-BE49-F238E27FC236}">
                  <a16:creationId xmlns:a16="http://schemas.microsoft.com/office/drawing/2014/main" id="{8C5B0217-EEBC-451B-ACF9-587683A2C208}"/>
                </a:ext>
              </a:extLst>
            </p:cNvPr>
            <p:cNvGrpSpPr/>
            <p:nvPr/>
          </p:nvGrpSpPr>
          <p:grpSpPr>
            <a:xfrm>
              <a:off x="6501221" y="4513763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57" name="직사각형 356">
                <a:extLst>
                  <a:ext uri="{FF2B5EF4-FFF2-40B4-BE49-F238E27FC236}">
                    <a16:creationId xmlns:a16="http://schemas.microsoft.com/office/drawing/2014/main" id="{B182083E-6EC5-4547-BF75-BA00B229732F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8" name="별: 꼭짓점 5개 357">
                <a:extLst>
                  <a:ext uri="{FF2B5EF4-FFF2-40B4-BE49-F238E27FC236}">
                    <a16:creationId xmlns:a16="http://schemas.microsoft.com/office/drawing/2014/main" id="{F8007767-CC70-4593-8ABC-6B848FAF0A1A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9" name="자유형: 도형 358">
                <a:extLst>
                  <a:ext uri="{FF2B5EF4-FFF2-40B4-BE49-F238E27FC236}">
                    <a16:creationId xmlns:a16="http://schemas.microsoft.com/office/drawing/2014/main" id="{F27B87DE-8E8A-462C-9CF0-1C4B5C4BBB27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60" name="그룹 359">
              <a:extLst>
                <a:ext uri="{FF2B5EF4-FFF2-40B4-BE49-F238E27FC236}">
                  <a16:creationId xmlns:a16="http://schemas.microsoft.com/office/drawing/2014/main" id="{D1EA92CE-B3FB-4B4B-AEFD-1CB28016809A}"/>
                </a:ext>
              </a:extLst>
            </p:cNvPr>
            <p:cNvGrpSpPr/>
            <p:nvPr/>
          </p:nvGrpSpPr>
          <p:grpSpPr>
            <a:xfrm>
              <a:off x="6734056" y="4222786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61" name="직사각형 360">
                <a:extLst>
                  <a:ext uri="{FF2B5EF4-FFF2-40B4-BE49-F238E27FC236}">
                    <a16:creationId xmlns:a16="http://schemas.microsoft.com/office/drawing/2014/main" id="{AC684233-A642-4324-A9ED-67B867341561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" name="별: 꼭짓점 5개 361">
                <a:extLst>
                  <a:ext uri="{FF2B5EF4-FFF2-40B4-BE49-F238E27FC236}">
                    <a16:creationId xmlns:a16="http://schemas.microsoft.com/office/drawing/2014/main" id="{12B0246C-7905-485F-9FD7-3F09AB0B8A93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3" name="자유형: 도형 362">
                <a:extLst>
                  <a:ext uri="{FF2B5EF4-FFF2-40B4-BE49-F238E27FC236}">
                    <a16:creationId xmlns:a16="http://schemas.microsoft.com/office/drawing/2014/main" id="{5E7AACCB-9AF0-4208-9E0E-152BBD67D1A1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2" name="부분 원형 371">
              <a:extLst>
                <a:ext uri="{FF2B5EF4-FFF2-40B4-BE49-F238E27FC236}">
                  <a16:creationId xmlns:a16="http://schemas.microsoft.com/office/drawing/2014/main" id="{D8F77544-AC27-47F9-AF0C-84B4665571E8}"/>
                </a:ext>
              </a:extLst>
            </p:cNvPr>
            <p:cNvSpPr/>
            <p:nvPr/>
          </p:nvSpPr>
          <p:spPr>
            <a:xfrm>
              <a:off x="5937623" y="4646891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3" name="부분 원형 372">
              <a:extLst>
                <a:ext uri="{FF2B5EF4-FFF2-40B4-BE49-F238E27FC236}">
                  <a16:creationId xmlns:a16="http://schemas.microsoft.com/office/drawing/2014/main" id="{9DC7EF26-C9F7-487E-9235-9E9AD8B0641C}"/>
                </a:ext>
              </a:extLst>
            </p:cNvPr>
            <p:cNvSpPr/>
            <p:nvPr/>
          </p:nvSpPr>
          <p:spPr>
            <a:xfrm>
              <a:off x="7050693" y="497456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4" name="부분 원형 373">
              <a:extLst>
                <a:ext uri="{FF2B5EF4-FFF2-40B4-BE49-F238E27FC236}">
                  <a16:creationId xmlns:a16="http://schemas.microsoft.com/office/drawing/2014/main" id="{038F6666-0ABB-4118-90CB-6478AFB78A39}"/>
                </a:ext>
              </a:extLst>
            </p:cNvPr>
            <p:cNvSpPr/>
            <p:nvPr/>
          </p:nvSpPr>
          <p:spPr>
            <a:xfrm>
              <a:off x="6562252" y="4765505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72C4113F-9839-4DED-B85D-6FD87FC66680}"/>
                </a:ext>
              </a:extLst>
            </p:cNvPr>
            <p:cNvGrpSpPr/>
            <p:nvPr/>
          </p:nvGrpSpPr>
          <p:grpSpPr>
            <a:xfrm>
              <a:off x="5434674" y="5242941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77" name="직사각형 376">
                <a:extLst>
                  <a:ext uri="{FF2B5EF4-FFF2-40B4-BE49-F238E27FC236}">
                    <a16:creationId xmlns:a16="http://schemas.microsoft.com/office/drawing/2014/main" id="{C5402609-867B-4F55-8AF2-F2A2985E142E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8" name="타원 377">
                <a:extLst>
                  <a:ext uri="{FF2B5EF4-FFF2-40B4-BE49-F238E27FC236}">
                    <a16:creationId xmlns:a16="http://schemas.microsoft.com/office/drawing/2014/main" id="{9BC48E1B-1DB0-4829-AF2E-7C20DB6985DC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" name="화살표: 오각형 378">
                <a:extLst>
                  <a:ext uri="{FF2B5EF4-FFF2-40B4-BE49-F238E27FC236}">
                    <a16:creationId xmlns:a16="http://schemas.microsoft.com/office/drawing/2014/main" id="{757ED005-6C7C-4205-83BB-CEA2E8CFC8B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85" name="그룹 384">
              <a:extLst>
                <a:ext uri="{FF2B5EF4-FFF2-40B4-BE49-F238E27FC236}">
                  <a16:creationId xmlns:a16="http://schemas.microsoft.com/office/drawing/2014/main" id="{F07E80F0-ACCB-49FB-A63F-C9ED6FF06562}"/>
                </a:ext>
              </a:extLst>
            </p:cNvPr>
            <p:cNvGrpSpPr/>
            <p:nvPr/>
          </p:nvGrpSpPr>
          <p:grpSpPr>
            <a:xfrm>
              <a:off x="6491963" y="5361122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86" name="직사각형 385">
                <a:extLst>
                  <a:ext uri="{FF2B5EF4-FFF2-40B4-BE49-F238E27FC236}">
                    <a16:creationId xmlns:a16="http://schemas.microsoft.com/office/drawing/2014/main" id="{C60F277F-307B-4FF9-AC99-641AF484227D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7" name="별: 꼭짓점 5개 386">
                <a:extLst>
                  <a:ext uri="{FF2B5EF4-FFF2-40B4-BE49-F238E27FC236}">
                    <a16:creationId xmlns:a16="http://schemas.microsoft.com/office/drawing/2014/main" id="{CD9014B5-3EF3-46EC-B78F-83C8449E6B92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8" name="자유형: 도형 387">
                <a:extLst>
                  <a:ext uri="{FF2B5EF4-FFF2-40B4-BE49-F238E27FC236}">
                    <a16:creationId xmlns:a16="http://schemas.microsoft.com/office/drawing/2014/main" id="{3020A2C5-BF61-41CE-9D25-5624C51533F3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93" name="그룹 392">
              <a:extLst>
                <a:ext uri="{FF2B5EF4-FFF2-40B4-BE49-F238E27FC236}">
                  <a16:creationId xmlns:a16="http://schemas.microsoft.com/office/drawing/2014/main" id="{CB321A4C-39F8-424C-AA8D-5422725D45AE}"/>
                </a:ext>
              </a:extLst>
            </p:cNvPr>
            <p:cNvGrpSpPr/>
            <p:nvPr/>
          </p:nvGrpSpPr>
          <p:grpSpPr>
            <a:xfrm>
              <a:off x="6066718" y="5395514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94" name="직사각형 393">
                <a:extLst>
                  <a:ext uri="{FF2B5EF4-FFF2-40B4-BE49-F238E27FC236}">
                    <a16:creationId xmlns:a16="http://schemas.microsoft.com/office/drawing/2014/main" id="{F249E732-4F21-4938-81DF-8D49CABAEBB6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5" name="별: 꼭짓점 5개 394">
                <a:extLst>
                  <a:ext uri="{FF2B5EF4-FFF2-40B4-BE49-F238E27FC236}">
                    <a16:creationId xmlns:a16="http://schemas.microsoft.com/office/drawing/2014/main" id="{350013D3-D31A-4ADD-BD95-BC3E236380EC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6" name="자유형: 도형 395">
                <a:extLst>
                  <a:ext uri="{FF2B5EF4-FFF2-40B4-BE49-F238E27FC236}">
                    <a16:creationId xmlns:a16="http://schemas.microsoft.com/office/drawing/2014/main" id="{76C76B74-497A-437C-9277-9C56AACA6A89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01" name="그룹 400">
              <a:extLst>
                <a:ext uri="{FF2B5EF4-FFF2-40B4-BE49-F238E27FC236}">
                  <a16:creationId xmlns:a16="http://schemas.microsoft.com/office/drawing/2014/main" id="{BB1D1946-81B6-4EAC-AFFD-733F1B12E7E2}"/>
                </a:ext>
              </a:extLst>
            </p:cNvPr>
            <p:cNvGrpSpPr/>
            <p:nvPr/>
          </p:nvGrpSpPr>
          <p:grpSpPr>
            <a:xfrm>
              <a:off x="5785977" y="4936601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02" name="직사각형 401">
                <a:extLst>
                  <a:ext uri="{FF2B5EF4-FFF2-40B4-BE49-F238E27FC236}">
                    <a16:creationId xmlns:a16="http://schemas.microsoft.com/office/drawing/2014/main" id="{A1BD01F4-7B0B-4260-8E3E-762E9B9997E6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3" name="별: 꼭짓점 5개 402">
                <a:extLst>
                  <a:ext uri="{FF2B5EF4-FFF2-40B4-BE49-F238E27FC236}">
                    <a16:creationId xmlns:a16="http://schemas.microsoft.com/office/drawing/2014/main" id="{99128CFD-0971-4A4C-A5A7-4A39D3113E07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4" name="자유형: 도형 403">
                <a:extLst>
                  <a:ext uri="{FF2B5EF4-FFF2-40B4-BE49-F238E27FC236}">
                    <a16:creationId xmlns:a16="http://schemas.microsoft.com/office/drawing/2014/main" id="{7926A867-12B1-4661-9044-1F3A184EB817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467A6337-922A-4DA9-AAFA-86838FBA8FD8}"/>
                </a:ext>
              </a:extLst>
            </p:cNvPr>
            <p:cNvGrpSpPr/>
            <p:nvPr/>
          </p:nvGrpSpPr>
          <p:grpSpPr>
            <a:xfrm>
              <a:off x="5404957" y="4639568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10" name="직사각형 409">
                <a:extLst>
                  <a:ext uri="{FF2B5EF4-FFF2-40B4-BE49-F238E27FC236}">
                    <a16:creationId xmlns:a16="http://schemas.microsoft.com/office/drawing/2014/main" id="{E9848B97-0686-4C51-BCAB-16F8ABBE4A7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타원 410">
                <a:extLst>
                  <a:ext uri="{FF2B5EF4-FFF2-40B4-BE49-F238E27FC236}">
                    <a16:creationId xmlns:a16="http://schemas.microsoft.com/office/drawing/2014/main" id="{24AC1108-49CE-4328-A2BD-E18C9E4E5963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화살표: 오각형 411">
                <a:extLst>
                  <a:ext uri="{FF2B5EF4-FFF2-40B4-BE49-F238E27FC236}">
                    <a16:creationId xmlns:a16="http://schemas.microsoft.com/office/drawing/2014/main" id="{74BA3E9B-2ED4-40A6-A8A0-C4D8778654E2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23" name="그룹 422">
              <a:extLst>
                <a:ext uri="{FF2B5EF4-FFF2-40B4-BE49-F238E27FC236}">
                  <a16:creationId xmlns:a16="http://schemas.microsoft.com/office/drawing/2014/main" id="{D5F487AF-B626-4577-A2B5-BD219E59BB98}"/>
                </a:ext>
              </a:extLst>
            </p:cNvPr>
            <p:cNvGrpSpPr/>
            <p:nvPr/>
          </p:nvGrpSpPr>
          <p:grpSpPr>
            <a:xfrm>
              <a:off x="6559845" y="5809643"/>
              <a:ext cx="227434" cy="209780"/>
              <a:chOff x="3984021" y="1132618"/>
              <a:chExt cx="741250" cy="683712"/>
            </a:xfrm>
          </p:grpSpPr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1D9ABA07-0248-4E03-B838-B53E26D6EC0A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5" name="타원 424">
                <a:extLst>
                  <a:ext uri="{FF2B5EF4-FFF2-40B4-BE49-F238E27FC236}">
                    <a16:creationId xmlns:a16="http://schemas.microsoft.com/office/drawing/2014/main" id="{401C1427-375A-4BB9-83AC-8A435456A92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6" name="화살표: 오각형 425">
                <a:extLst>
                  <a:ext uri="{FF2B5EF4-FFF2-40B4-BE49-F238E27FC236}">
                    <a16:creationId xmlns:a16="http://schemas.microsoft.com/office/drawing/2014/main" id="{880E608D-B7DE-4A43-B7E9-D1CA50FF76DA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31" name="그룹 430">
              <a:extLst>
                <a:ext uri="{FF2B5EF4-FFF2-40B4-BE49-F238E27FC236}">
                  <a16:creationId xmlns:a16="http://schemas.microsoft.com/office/drawing/2014/main" id="{A54361FB-550D-4B91-9A25-E86EED9FF22A}"/>
                </a:ext>
              </a:extLst>
            </p:cNvPr>
            <p:cNvGrpSpPr/>
            <p:nvPr/>
          </p:nvGrpSpPr>
          <p:grpSpPr>
            <a:xfrm>
              <a:off x="6997687" y="5569837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32" name="직사각형 431">
                <a:extLst>
                  <a:ext uri="{FF2B5EF4-FFF2-40B4-BE49-F238E27FC236}">
                    <a16:creationId xmlns:a16="http://schemas.microsoft.com/office/drawing/2014/main" id="{9948923D-28F9-4E97-A6EF-38C59F947024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별: 꼭짓점 5개 432">
                <a:extLst>
                  <a:ext uri="{FF2B5EF4-FFF2-40B4-BE49-F238E27FC236}">
                    <a16:creationId xmlns:a16="http://schemas.microsoft.com/office/drawing/2014/main" id="{DF2E5B98-D017-439A-859E-EBABC82F8BA0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자유형: 도형 433">
                <a:extLst>
                  <a:ext uri="{FF2B5EF4-FFF2-40B4-BE49-F238E27FC236}">
                    <a16:creationId xmlns:a16="http://schemas.microsoft.com/office/drawing/2014/main" id="{78C86A80-BE5A-48ED-8A98-E1581BC889FC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35" name="그룹 434">
              <a:extLst>
                <a:ext uri="{FF2B5EF4-FFF2-40B4-BE49-F238E27FC236}">
                  <a16:creationId xmlns:a16="http://schemas.microsoft.com/office/drawing/2014/main" id="{007B3C49-4490-4C45-90E2-0E5B804A328E}"/>
                </a:ext>
              </a:extLst>
            </p:cNvPr>
            <p:cNvGrpSpPr/>
            <p:nvPr/>
          </p:nvGrpSpPr>
          <p:grpSpPr>
            <a:xfrm>
              <a:off x="7230522" y="5278860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001857A5-EAD3-44B5-95C9-EB358B9C5C99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7" name="별: 꼭짓점 5개 436">
                <a:extLst>
                  <a:ext uri="{FF2B5EF4-FFF2-40B4-BE49-F238E27FC236}">
                    <a16:creationId xmlns:a16="http://schemas.microsoft.com/office/drawing/2014/main" id="{D3745950-D89D-419E-8C39-095428B899CA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8" name="자유형: 도형 437">
                <a:extLst>
                  <a:ext uri="{FF2B5EF4-FFF2-40B4-BE49-F238E27FC236}">
                    <a16:creationId xmlns:a16="http://schemas.microsoft.com/office/drawing/2014/main" id="{4621C722-403F-4997-9302-A0F73C694791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39" name="그룹 438">
              <a:extLst>
                <a:ext uri="{FF2B5EF4-FFF2-40B4-BE49-F238E27FC236}">
                  <a16:creationId xmlns:a16="http://schemas.microsoft.com/office/drawing/2014/main" id="{30C08E1C-D134-4D17-9BE4-489DBA2629C2}"/>
                </a:ext>
              </a:extLst>
            </p:cNvPr>
            <p:cNvGrpSpPr/>
            <p:nvPr/>
          </p:nvGrpSpPr>
          <p:grpSpPr>
            <a:xfrm>
              <a:off x="7617528" y="5491805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40" name="직사각형 439">
                <a:extLst>
                  <a:ext uri="{FF2B5EF4-FFF2-40B4-BE49-F238E27FC236}">
                    <a16:creationId xmlns:a16="http://schemas.microsoft.com/office/drawing/2014/main" id="{C3EE7FD0-25ED-4B0C-BC0F-52675B03A21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1" name="타원 440">
                <a:extLst>
                  <a:ext uri="{FF2B5EF4-FFF2-40B4-BE49-F238E27FC236}">
                    <a16:creationId xmlns:a16="http://schemas.microsoft.com/office/drawing/2014/main" id="{CDFC3F77-8865-417E-98DC-5C1D4A588F3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2" name="화살표: 오각형 441">
                <a:extLst>
                  <a:ext uri="{FF2B5EF4-FFF2-40B4-BE49-F238E27FC236}">
                    <a16:creationId xmlns:a16="http://schemas.microsoft.com/office/drawing/2014/main" id="{6FBEB9CF-6384-4DAD-9F2F-A22C58755F63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3" name="그룹 442">
              <a:extLst>
                <a:ext uri="{FF2B5EF4-FFF2-40B4-BE49-F238E27FC236}">
                  <a16:creationId xmlns:a16="http://schemas.microsoft.com/office/drawing/2014/main" id="{57286FC8-8535-4449-A2F4-33803F1EB738}"/>
                </a:ext>
              </a:extLst>
            </p:cNvPr>
            <p:cNvGrpSpPr/>
            <p:nvPr/>
          </p:nvGrpSpPr>
          <p:grpSpPr>
            <a:xfrm>
              <a:off x="6896883" y="5254966"/>
              <a:ext cx="227434" cy="209780"/>
              <a:chOff x="3984021" y="1132618"/>
              <a:chExt cx="741250" cy="683712"/>
            </a:xfrm>
          </p:grpSpPr>
          <p:sp>
            <p:nvSpPr>
              <p:cNvPr id="444" name="직사각형 443">
                <a:extLst>
                  <a:ext uri="{FF2B5EF4-FFF2-40B4-BE49-F238E27FC236}">
                    <a16:creationId xmlns:a16="http://schemas.microsoft.com/office/drawing/2014/main" id="{09A5C1C6-9A59-41A6-85D6-3BC75A23C31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5" name="타원 444">
                <a:extLst>
                  <a:ext uri="{FF2B5EF4-FFF2-40B4-BE49-F238E27FC236}">
                    <a16:creationId xmlns:a16="http://schemas.microsoft.com/office/drawing/2014/main" id="{43690B2E-B679-4F6B-98A5-14C5F9A1732B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6" name="화살표: 오각형 445">
                <a:extLst>
                  <a:ext uri="{FF2B5EF4-FFF2-40B4-BE49-F238E27FC236}">
                    <a16:creationId xmlns:a16="http://schemas.microsoft.com/office/drawing/2014/main" id="{22817361-B590-4D87-82F0-83B6CDD1E37E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7" name="그룹 446">
              <a:extLst>
                <a:ext uri="{FF2B5EF4-FFF2-40B4-BE49-F238E27FC236}">
                  <a16:creationId xmlns:a16="http://schemas.microsoft.com/office/drawing/2014/main" id="{9710C502-BD03-401C-A738-E283150E1FC7}"/>
                </a:ext>
              </a:extLst>
            </p:cNvPr>
            <p:cNvGrpSpPr/>
            <p:nvPr/>
          </p:nvGrpSpPr>
          <p:grpSpPr>
            <a:xfrm>
              <a:off x="7723484" y="5067006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48" name="직사각형 447">
                <a:extLst>
                  <a:ext uri="{FF2B5EF4-FFF2-40B4-BE49-F238E27FC236}">
                    <a16:creationId xmlns:a16="http://schemas.microsoft.com/office/drawing/2014/main" id="{B1DA2ACD-7E07-4431-9391-44419B89A36C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9" name="타원 448">
                <a:extLst>
                  <a:ext uri="{FF2B5EF4-FFF2-40B4-BE49-F238E27FC236}">
                    <a16:creationId xmlns:a16="http://schemas.microsoft.com/office/drawing/2014/main" id="{C4F8EFC7-5022-4133-A75E-E82443160F8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화살표: 오각형 449">
                <a:extLst>
                  <a:ext uri="{FF2B5EF4-FFF2-40B4-BE49-F238E27FC236}">
                    <a16:creationId xmlns:a16="http://schemas.microsoft.com/office/drawing/2014/main" id="{3891326E-CAA7-4956-A8E5-1AD196660A2B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3" name="그룹 462">
              <a:extLst>
                <a:ext uri="{FF2B5EF4-FFF2-40B4-BE49-F238E27FC236}">
                  <a16:creationId xmlns:a16="http://schemas.microsoft.com/office/drawing/2014/main" id="{115E0244-0C6B-44CD-B86C-0B31636F464B}"/>
                </a:ext>
              </a:extLst>
            </p:cNvPr>
            <p:cNvGrpSpPr/>
            <p:nvPr/>
          </p:nvGrpSpPr>
          <p:grpSpPr>
            <a:xfrm>
              <a:off x="8017369" y="4905988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64" name="직사각형 463">
                <a:extLst>
                  <a:ext uri="{FF2B5EF4-FFF2-40B4-BE49-F238E27FC236}">
                    <a16:creationId xmlns:a16="http://schemas.microsoft.com/office/drawing/2014/main" id="{2EF74A3B-55D7-466F-94B1-5400614C48AC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5" name="별: 꼭짓점 5개 464">
                <a:extLst>
                  <a:ext uri="{FF2B5EF4-FFF2-40B4-BE49-F238E27FC236}">
                    <a16:creationId xmlns:a16="http://schemas.microsoft.com/office/drawing/2014/main" id="{DA3A80BB-A8EE-4E5A-9639-BDBC4BCCD482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6" name="자유형: 도형 465">
                <a:extLst>
                  <a:ext uri="{FF2B5EF4-FFF2-40B4-BE49-F238E27FC236}">
                    <a16:creationId xmlns:a16="http://schemas.microsoft.com/office/drawing/2014/main" id="{D00252B3-5A75-4805-A2B8-1480ADF8057D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7" name="그룹 466">
              <a:extLst>
                <a:ext uri="{FF2B5EF4-FFF2-40B4-BE49-F238E27FC236}">
                  <a16:creationId xmlns:a16="http://schemas.microsoft.com/office/drawing/2014/main" id="{36DB97BF-369C-4491-8565-6DF9F594B9A0}"/>
                </a:ext>
              </a:extLst>
            </p:cNvPr>
            <p:cNvGrpSpPr/>
            <p:nvPr/>
          </p:nvGrpSpPr>
          <p:grpSpPr>
            <a:xfrm>
              <a:off x="8250204" y="4615011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68" name="직사각형 467">
                <a:extLst>
                  <a:ext uri="{FF2B5EF4-FFF2-40B4-BE49-F238E27FC236}">
                    <a16:creationId xmlns:a16="http://schemas.microsoft.com/office/drawing/2014/main" id="{BACA901B-CB83-4B29-A129-45CB79B47780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9" name="별: 꼭짓점 5개 468">
                <a:extLst>
                  <a:ext uri="{FF2B5EF4-FFF2-40B4-BE49-F238E27FC236}">
                    <a16:creationId xmlns:a16="http://schemas.microsoft.com/office/drawing/2014/main" id="{798122BD-480C-439E-B9EC-2F63D148C7B7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0" name="자유형: 도형 469">
                <a:extLst>
                  <a:ext uri="{FF2B5EF4-FFF2-40B4-BE49-F238E27FC236}">
                    <a16:creationId xmlns:a16="http://schemas.microsoft.com/office/drawing/2014/main" id="{59803FC0-2077-4807-A13F-67A6F70A4B00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79" name="그룹 478">
              <a:extLst>
                <a:ext uri="{FF2B5EF4-FFF2-40B4-BE49-F238E27FC236}">
                  <a16:creationId xmlns:a16="http://schemas.microsoft.com/office/drawing/2014/main" id="{18B110E4-7BAE-48D0-924F-92A0F8D5F8CC}"/>
                </a:ext>
              </a:extLst>
            </p:cNvPr>
            <p:cNvGrpSpPr/>
            <p:nvPr/>
          </p:nvGrpSpPr>
          <p:grpSpPr>
            <a:xfrm>
              <a:off x="7066126" y="4003855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80" name="직사각형 479">
                <a:extLst>
                  <a:ext uri="{FF2B5EF4-FFF2-40B4-BE49-F238E27FC236}">
                    <a16:creationId xmlns:a16="http://schemas.microsoft.com/office/drawing/2014/main" id="{CD4C981F-22BB-428F-BC8A-1A52F890F74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1" name="타원 480">
                <a:extLst>
                  <a:ext uri="{FF2B5EF4-FFF2-40B4-BE49-F238E27FC236}">
                    <a16:creationId xmlns:a16="http://schemas.microsoft.com/office/drawing/2014/main" id="{65430B0E-4693-4427-9108-3CB6B78FAFD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2" name="화살표: 오각형 481">
                <a:extLst>
                  <a:ext uri="{FF2B5EF4-FFF2-40B4-BE49-F238E27FC236}">
                    <a16:creationId xmlns:a16="http://schemas.microsoft.com/office/drawing/2014/main" id="{2ED5C4ED-84F8-44DC-8311-72084D8C6A95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EE5F219D-D37C-4286-BC53-FD84D4769DF6}"/>
                </a:ext>
              </a:extLst>
            </p:cNvPr>
            <p:cNvGrpSpPr/>
            <p:nvPr/>
          </p:nvGrpSpPr>
          <p:grpSpPr>
            <a:xfrm>
              <a:off x="8136575" y="4257886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781FA820-6F18-441A-8248-B73A3512E5C4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5" name="별: 꼭짓점 5개 484">
                <a:extLst>
                  <a:ext uri="{FF2B5EF4-FFF2-40B4-BE49-F238E27FC236}">
                    <a16:creationId xmlns:a16="http://schemas.microsoft.com/office/drawing/2014/main" id="{D9F52A51-6D58-451E-B52D-02E46C41C1DB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6" name="자유형: 도형 485">
                <a:extLst>
                  <a:ext uri="{FF2B5EF4-FFF2-40B4-BE49-F238E27FC236}">
                    <a16:creationId xmlns:a16="http://schemas.microsoft.com/office/drawing/2014/main" id="{66EE7C01-4BB8-47BB-8D18-14CFF8697E94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87" name="그룹 486">
              <a:extLst>
                <a:ext uri="{FF2B5EF4-FFF2-40B4-BE49-F238E27FC236}">
                  <a16:creationId xmlns:a16="http://schemas.microsoft.com/office/drawing/2014/main" id="{23B34533-5D3B-426A-8256-9BB0B4D84133}"/>
                </a:ext>
              </a:extLst>
            </p:cNvPr>
            <p:cNvGrpSpPr/>
            <p:nvPr/>
          </p:nvGrpSpPr>
          <p:grpSpPr>
            <a:xfrm>
              <a:off x="7646153" y="4242968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00048A6A-32A8-4043-BE0A-D373EEFAA7FC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9" name="타원 488">
                <a:extLst>
                  <a:ext uri="{FF2B5EF4-FFF2-40B4-BE49-F238E27FC236}">
                    <a16:creationId xmlns:a16="http://schemas.microsoft.com/office/drawing/2014/main" id="{A15DBFC6-BEFB-4675-8E44-AF70FE7A3F9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0" name="화살표: 오각형 489">
                <a:extLst>
                  <a:ext uri="{FF2B5EF4-FFF2-40B4-BE49-F238E27FC236}">
                    <a16:creationId xmlns:a16="http://schemas.microsoft.com/office/drawing/2014/main" id="{188EB3A1-A71E-4B94-81F9-D968158EDBF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35" name="그룹 534">
              <a:extLst>
                <a:ext uri="{FF2B5EF4-FFF2-40B4-BE49-F238E27FC236}">
                  <a16:creationId xmlns:a16="http://schemas.microsoft.com/office/drawing/2014/main" id="{0AEAB15B-2AF5-4100-9515-422EE3C077BF}"/>
                </a:ext>
              </a:extLst>
            </p:cNvPr>
            <p:cNvGrpSpPr/>
            <p:nvPr/>
          </p:nvGrpSpPr>
          <p:grpSpPr>
            <a:xfrm>
              <a:off x="4385467" y="4965675"/>
              <a:ext cx="227434" cy="209780"/>
              <a:chOff x="3984021" y="1132618"/>
              <a:chExt cx="741250" cy="683712"/>
            </a:xfrm>
          </p:grpSpPr>
          <p:sp>
            <p:nvSpPr>
              <p:cNvPr id="536" name="직사각형 535">
                <a:extLst>
                  <a:ext uri="{FF2B5EF4-FFF2-40B4-BE49-F238E27FC236}">
                    <a16:creationId xmlns:a16="http://schemas.microsoft.com/office/drawing/2014/main" id="{0182292B-38C5-4B27-94DE-9335B2B4830F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7" name="타원 536">
                <a:extLst>
                  <a:ext uri="{FF2B5EF4-FFF2-40B4-BE49-F238E27FC236}">
                    <a16:creationId xmlns:a16="http://schemas.microsoft.com/office/drawing/2014/main" id="{D1C267A4-4FC5-4948-A778-34C8E8A555C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8" name="화살표: 오각형 537">
                <a:extLst>
                  <a:ext uri="{FF2B5EF4-FFF2-40B4-BE49-F238E27FC236}">
                    <a16:creationId xmlns:a16="http://schemas.microsoft.com/office/drawing/2014/main" id="{72C92DCD-8D2D-43C4-AEB2-8F4C4E28B3F3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55" name="그룹 554">
              <a:extLst>
                <a:ext uri="{FF2B5EF4-FFF2-40B4-BE49-F238E27FC236}">
                  <a16:creationId xmlns:a16="http://schemas.microsoft.com/office/drawing/2014/main" id="{27733CCA-1400-4246-9417-FA4E762CE5FD}"/>
                </a:ext>
              </a:extLst>
            </p:cNvPr>
            <p:cNvGrpSpPr/>
            <p:nvPr/>
          </p:nvGrpSpPr>
          <p:grpSpPr>
            <a:xfrm>
              <a:off x="5618503" y="4366075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556" name="직사각형 555">
                <a:extLst>
                  <a:ext uri="{FF2B5EF4-FFF2-40B4-BE49-F238E27FC236}">
                    <a16:creationId xmlns:a16="http://schemas.microsoft.com/office/drawing/2014/main" id="{59ADA32E-28B2-4412-BF24-359C25619225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7" name="별: 꼭짓점 5개 556">
                <a:extLst>
                  <a:ext uri="{FF2B5EF4-FFF2-40B4-BE49-F238E27FC236}">
                    <a16:creationId xmlns:a16="http://schemas.microsoft.com/office/drawing/2014/main" id="{B534652A-3050-4D0C-85B7-573778147088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8" name="자유형: 도형 557">
                <a:extLst>
                  <a:ext uri="{FF2B5EF4-FFF2-40B4-BE49-F238E27FC236}">
                    <a16:creationId xmlns:a16="http://schemas.microsoft.com/office/drawing/2014/main" id="{4C7C4EDA-8D6C-4600-84DB-74EBC18C7A40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75" name="그룹 574">
              <a:extLst>
                <a:ext uri="{FF2B5EF4-FFF2-40B4-BE49-F238E27FC236}">
                  <a16:creationId xmlns:a16="http://schemas.microsoft.com/office/drawing/2014/main" id="{206F9162-A52A-416A-B35D-C4271B9F4E66}"/>
                </a:ext>
              </a:extLst>
            </p:cNvPr>
            <p:cNvGrpSpPr/>
            <p:nvPr/>
          </p:nvGrpSpPr>
          <p:grpSpPr>
            <a:xfrm>
              <a:off x="4824064" y="4722911"/>
              <a:ext cx="383413" cy="209780"/>
              <a:chOff x="3984021" y="1132618"/>
              <a:chExt cx="1249614" cy="683712"/>
            </a:xfrm>
          </p:grpSpPr>
          <p:sp>
            <p:nvSpPr>
              <p:cNvPr id="576" name="직사각형 575">
                <a:extLst>
                  <a:ext uri="{FF2B5EF4-FFF2-40B4-BE49-F238E27FC236}">
                    <a16:creationId xmlns:a16="http://schemas.microsoft.com/office/drawing/2014/main" id="{6BBFE9FD-10A1-4959-B4CE-C708F2A06FFF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7" name="직사각형 576">
                <a:extLst>
                  <a:ext uri="{FF2B5EF4-FFF2-40B4-BE49-F238E27FC236}">
                    <a16:creationId xmlns:a16="http://schemas.microsoft.com/office/drawing/2014/main" id="{1CD053AC-8EBB-472A-850B-CA195A2070D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8" name="타원 577">
                <a:extLst>
                  <a:ext uri="{FF2B5EF4-FFF2-40B4-BE49-F238E27FC236}">
                    <a16:creationId xmlns:a16="http://schemas.microsoft.com/office/drawing/2014/main" id="{BA9BCAAC-D092-44E6-85A6-F6B438A31779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9" name="별: 꼭짓점 5개 578">
                <a:extLst>
                  <a:ext uri="{FF2B5EF4-FFF2-40B4-BE49-F238E27FC236}">
                    <a16:creationId xmlns:a16="http://schemas.microsoft.com/office/drawing/2014/main" id="{1F135C53-71A9-47ED-BB30-D8DEC56D57E3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0" name="직사각형 579">
                <a:extLst>
                  <a:ext uri="{FF2B5EF4-FFF2-40B4-BE49-F238E27FC236}">
                    <a16:creationId xmlns:a16="http://schemas.microsoft.com/office/drawing/2014/main" id="{9DD09027-3FAB-4AE9-8561-D042104BE853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1" name="화살표: 오각형 580">
                <a:extLst>
                  <a:ext uri="{FF2B5EF4-FFF2-40B4-BE49-F238E27FC236}">
                    <a16:creationId xmlns:a16="http://schemas.microsoft.com/office/drawing/2014/main" id="{168CB5D5-22E5-4A69-8FC4-A0265483836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82" name="그룹 581">
              <a:extLst>
                <a:ext uri="{FF2B5EF4-FFF2-40B4-BE49-F238E27FC236}">
                  <a16:creationId xmlns:a16="http://schemas.microsoft.com/office/drawing/2014/main" id="{782DBFB4-4AA8-40A5-9DEE-7044970BD58A}"/>
                </a:ext>
              </a:extLst>
            </p:cNvPr>
            <p:cNvGrpSpPr/>
            <p:nvPr/>
          </p:nvGrpSpPr>
          <p:grpSpPr>
            <a:xfrm>
              <a:off x="5090293" y="4134810"/>
              <a:ext cx="383413" cy="209780"/>
              <a:chOff x="3984021" y="1132618"/>
              <a:chExt cx="1249614" cy="683712"/>
            </a:xfrm>
          </p:grpSpPr>
          <p:sp>
            <p:nvSpPr>
              <p:cNvPr id="583" name="직사각형 582">
                <a:extLst>
                  <a:ext uri="{FF2B5EF4-FFF2-40B4-BE49-F238E27FC236}">
                    <a16:creationId xmlns:a16="http://schemas.microsoft.com/office/drawing/2014/main" id="{43F3F42B-6F56-4DC2-9079-0ED65CCC7D08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4" name="직사각형 583">
                <a:extLst>
                  <a:ext uri="{FF2B5EF4-FFF2-40B4-BE49-F238E27FC236}">
                    <a16:creationId xmlns:a16="http://schemas.microsoft.com/office/drawing/2014/main" id="{79714AC7-C1B9-4C7A-A993-9C0672B108C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5" name="타원 584">
                <a:extLst>
                  <a:ext uri="{FF2B5EF4-FFF2-40B4-BE49-F238E27FC236}">
                    <a16:creationId xmlns:a16="http://schemas.microsoft.com/office/drawing/2014/main" id="{9D26F37C-150E-413F-A0ED-C31EE964A5D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6" name="별: 꼭짓점 5개 585">
                <a:extLst>
                  <a:ext uri="{FF2B5EF4-FFF2-40B4-BE49-F238E27FC236}">
                    <a16:creationId xmlns:a16="http://schemas.microsoft.com/office/drawing/2014/main" id="{68ABF9ED-5EE9-49E0-B514-8F25CACA409A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7" name="직사각형 586">
                <a:extLst>
                  <a:ext uri="{FF2B5EF4-FFF2-40B4-BE49-F238E27FC236}">
                    <a16:creationId xmlns:a16="http://schemas.microsoft.com/office/drawing/2014/main" id="{8C2E04EB-575F-4B34-9485-FC0C993EB0FA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8" name="화살표: 오각형 587">
                <a:extLst>
                  <a:ext uri="{FF2B5EF4-FFF2-40B4-BE49-F238E27FC236}">
                    <a16:creationId xmlns:a16="http://schemas.microsoft.com/office/drawing/2014/main" id="{D3904661-BB79-4CEE-8287-4D8C6EAFF1D0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89" name="그룹 588">
              <a:extLst>
                <a:ext uri="{FF2B5EF4-FFF2-40B4-BE49-F238E27FC236}">
                  <a16:creationId xmlns:a16="http://schemas.microsoft.com/office/drawing/2014/main" id="{060BCC68-BA76-4D16-8930-42B1F628894F}"/>
                </a:ext>
              </a:extLst>
            </p:cNvPr>
            <p:cNvGrpSpPr/>
            <p:nvPr/>
          </p:nvGrpSpPr>
          <p:grpSpPr>
            <a:xfrm>
              <a:off x="5486447" y="3767804"/>
              <a:ext cx="383413" cy="209780"/>
              <a:chOff x="3984021" y="1132618"/>
              <a:chExt cx="1249614" cy="683712"/>
            </a:xfrm>
          </p:grpSpPr>
          <p:sp>
            <p:nvSpPr>
              <p:cNvPr id="590" name="직사각형 589">
                <a:extLst>
                  <a:ext uri="{FF2B5EF4-FFF2-40B4-BE49-F238E27FC236}">
                    <a16:creationId xmlns:a16="http://schemas.microsoft.com/office/drawing/2014/main" id="{D1682141-9477-4FE3-B1BF-F71F40B18C45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1" name="직사각형 590">
                <a:extLst>
                  <a:ext uri="{FF2B5EF4-FFF2-40B4-BE49-F238E27FC236}">
                    <a16:creationId xmlns:a16="http://schemas.microsoft.com/office/drawing/2014/main" id="{79A56B8B-831F-4E35-BB47-64D5CC0DF11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2" name="타원 591">
                <a:extLst>
                  <a:ext uri="{FF2B5EF4-FFF2-40B4-BE49-F238E27FC236}">
                    <a16:creationId xmlns:a16="http://schemas.microsoft.com/office/drawing/2014/main" id="{AEC87C85-8A09-4361-A3D4-47631FA8D50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3" name="별: 꼭짓점 5개 592">
                <a:extLst>
                  <a:ext uri="{FF2B5EF4-FFF2-40B4-BE49-F238E27FC236}">
                    <a16:creationId xmlns:a16="http://schemas.microsoft.com/office/drawing/2014/main" id="{7234196B-D40B-4750-B670-F0B3B7F435F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4" name="직사각형 593">
                <a:extLst>
                  <a:ext uri="{FF2B5EF4-FFF2-40B4-BE49-F238E27FC236}">
                    <a16:creationId xmlns:a16="http://schemas.microsoft.com/office/drawing/2014/main" id="{3A3952EF-65E2-4125-BF8A-4FA33BFD2F6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5" name="화살표: 오각형 594">
                <a:extLst>
                  <a:ext uri="{FF2B5EF4-FFF2-40B4-BE49-F238E27FC236}">
                    <a16:creationId xmlns:a16="http://schemas.microsoft.com/office/drawing/2014/main" id="{04FB80C0-E7B6-4453-BF41-76FBACE40725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96" name="그룹 595">
              <a:extLst>
                <a:ext uri="{FF2B5EF4-FFF2-40B4-BE49-F238E27FC236}">
                  <a16:creationId xmlns:a16="http://schemas.microsoft.com/office/drawing/2014/main" id="{E2E2D61B-7194-4454-90B8-89851039F079}"/>
                </a:ext>
              </a:extLst>
            </p:cNvPr>
            <p:cNvGrpSpPr/>
            <p:nvPr/>
          </p:nvGrpSpPr>
          <p:grpSpPr>
            <a:xfrm>
              <a:off x="8616550" y="4116821"/>
              <a:ext cx="383413" cy="209780"/>
              <a:chOff x="3984021" y="1132618"/>
              <a:chExt cx="1249614" cy="683712"/>
            </a:xfrm>
          </p:grpSpPr>
          <p:sp>
            <p:nvSpPr>
              <p:cNvPr id="597" name="직사각형 596">
                <a:extLst>
                  <a:ext uri="{FF2B5EF4-FFF2-40B4-BE49-F238E27FC236}">
                    <a16:creationId xmlns:a16="http://schemas.microsoft.com/office/drawing/2014/main" id="{5932E882-CEAB-4216-B510-37A8E33F7B7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8" name="직사각형 597">
                <a:extLst>
                  <a:ext uri="{FF2B5EF4-FFF2-40B4-BE49-F238E27FC236}">
                    <a16:creationId xmlns:a16="http://schemas.microsoft.com/office/drawing/2014/main" id="{3DAF4184-BE2C-4A99-B302-B9A3A40F15C3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9" name="타원 598">
                <a:extLst>
                  <a:ext uri="{FF2B5EF4-FFF2-40B4-BE49-F238E27FC236}">
                    <a16:creationId xmlns:a16="http://schemas.microsoft.com/office/drawing/2014/main" id="{52D65415-2C02-4F47-B2B9-8C4FF6EF3AA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0" name="별: 꼭짓점 5개 599">
                <a:extLst>
                  <a:ext uri="{FF2B5EF4-FFF2-40B4-BE49-F238E27FC236}">
                    <a16:creationId xmlns:a16="http://schemas.microsoft.com/office/drawing/2014/main" id="{130E6D26-F797-4731-808C-B6AC96ABEF38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1" name="직사각형 600">
                <a:extLst>
                  <a:ext uri="{FF2B5EF4-FFF2-40B4-BE49-F238E27FC236}">
                    <a16:creationId xmlns:a16="http://schemas.microsoft.com/office/drawing/2014/main" id="{626A05F4-9399-40C6-8954-A45FD49EB971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2" name="화살표: 오각형 601">
                <a:extLst>
                  <a:ext uri="{FF2B5EF4-FFF2-40B4-BE49-F238E27FC236}">
                    <a16:creationId xmlns:a16="http://schemas.microsoft.com/office/drawing/2014/main" id="{886ABC84-D984-42D7-A117-518B6D458D5C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03" name="그룹 602">
              <a:extLst>
                <a:ext uri="{FF2B5EF4-FFF2-40B4-BE49-F238E27FC236}">
                  <a16:creationId xmlns:a16="http://schemas.microsoft.com/office/drawing/2014/main" id="{5098C304-9BBC-4F6C-9DB8-32C4B23746CF}"/>
                </a:ext>
              </a:extLst>
            </p:cNvPr>
            <p:cNvGrpSpPr/>
            <p:nvPr/>
          </p:nvGrpSpPr>
          <p:grpSpPr>
            <a:xfrm>
              <a:off x="8589581" y="5166785"/>
              <a:ext cx="383413" cy="209780"/>
              <a:chOff x="3984021" y="1132618"/>
              <a:chExt cx="1249614" cy="683712"/>
            </a:xfrm>
          </p:grpSpPr>
          <p:sp>
            <p:nvSpPr>
              <p:cNvPr id="604" name="직사각형 603">
                <a:extLst>
                  <a:ext uri="{FF2B5EF4-FFF2-40B4-BE49-F238E27FC236}">
                    <a16:creationId xmlns:a16="http://schemas.microsoft.com/office/drawing/2014/main" id="{A0557A3A-F922-4D8A-9388-21F778A7073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" name="직사각형 604">
                <a:extLst>
                  <a:ext uri="{FF2B5EF4-FFF2-40B4-BE49-F238E27FC236}">
                    <a16:creationId xmlns:a16="http://schemas.microsoft.com/office/drawing/2014/main" id="{1012E1BC-DA80-4D09-AD57-AC0EE3BA9650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6" name="타원 605">
                <a:extLst>
                  <a:ext uri="{FF2B5EF4-FFF2-40B4-BE49-F238E27FC236}">
                    <a16:creationId xmlns:a16="http://schemas.microsoft.com/office/drawing/2014/main" id="{F034A176-8B68-4546-A6AC-225084D763F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" name="별: 꼭짓점 5개 606">
                <a:extLst>
                  <a:ext uri="{FF2B5EF4-FFF2-40B4-BE49-F238E27FC236}">
                    <a16:creationId xmlns:a16="http://schemas.microsoft.com/office/drawing/2014/main" id="{838D729C-9CD7-45CF-936C-DBC649419B25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8" name="직사각형 607">
                <a:extLst>
                  <a:ext uri="{FF2B5EF4-FFF2-40B4-BE49-F238E27FC236}">
                    <a16:creationId xmlns:a16="http://schemas.microsoft.com/office/drawing/2014/main" id="{3E3CB5BD-10ED-4424-8883-58D46BAC71C5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9" name="화살표: 오각형 608">
                <a:extLst>
                  <a:ext uri="{FF2B5EF4-FFF2-40B4-BE49-F238E27FC236}">
                    <a16:creationId xmlns:a16="http://schemas.microsoft.com/office/drawing/2014/main" id="{7FA8B327-3F4E-4949-989C-E56A14EBB41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10" name="그룹 609">
              <a:extLst>
                <a:ext uri="{FF2B5EF4-FFF2-40B4-BE49-F238E27FC236}">
                  <a16:creationId xmlns:a16="http://schemas.microsoft.com/office/drawing/2014/main" id="{A711D759-329B-4DA6-83D2-11F688E8AA41}"/>
                </a:ext>
              </a:extLst>
            </p:cNvPr>
            <p:cNvGrpSpPr/>
            <p:nvPr/>
          </p:nvGrpSpPr>
          <p:grpSpPr>
            <a:xfrm>
              <a:off x="8104944" y="5682463"/>
              <a:ext cx="383413" cy="209780"/>
              <a:chOff x="3984021" y="1132618"/>
              <a:chExt cx="1249614" cy="683712"/>
            </a:xfrm>
          </p:grpSpPr>
          <p:sp>
            <p:nvSpPr>
              <p:cNvPr id="611" name="직사각형 610">
                <a:extLst>
                  <a:ext uri="{FF2B5EF4-FFF2-40B4-BE49-F238E27FC236}">
                    <a16:creationId xmlns:a16="http://schemas.microsoft.com/office/drawing/2014/main" id="{C0D9B2EA-180F-45F9-9005-3EF820E9BBD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2" name="직사각형 611">
                <a:extLst>
                  <a:ext uri="{FF2B5EF4-FFF2-40B4-BE49-F238E27FC236}">
                    <a16:creationId xmlns:a16="http://schemas.microsoft.com/office/drawing/2014/main" id="{4AC8501C-3C0C-4F28-BB7B-10DE989EBB8C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3" name="타원 612">
                <a:extLst>
                  <a:ext uri="{FF2B5EF4-FFF2-40B4-BE49-F238E27FC236}">
                    <a16:creationId xmlns:a16="http://schemas.microsoft.com/office/drawing/2014/main" id="{49B45901-5414-42C7-8F16-4FA675580AED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4" name="별: 꼭짓점 5개 613">
                <a:extLst>
                  <a:ext uri="{FF2B5EF4-FFF2-40B4-BE49-F238E27FC236}">
                    <a16:creationId xmlns:a16="http://schemas.microsoft.com/office/drawing/2014/main" id="{C8CBBC1E-8E32-46D3-8F81-73188F1571AD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5" name="직사각형 614">
                <a:extLst>
                  <a:ext uri="{FF2B5EF4-FFF2-40B4-BE49-F238E27FC236}">
                    <a16:creationId xmlns:a16="http://schemas.microsoft.com/office/drawing/2014/main" id="{C35B0981-217C-40F4-93E4-0132DDE4E87D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6" name="화살표: 오각형 615">
                <a:extLst>
                  <a:ext uri="{FF2B5EF4-FFF2-40B4-BE49-F238E27FC236}">
                    <a16:creationId xmlns:a16="http://schemas.microsoft.com/office/drawing/2014/main" id="{4F78D21C-30B7-496D-B2DC-4856CAE118B3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17" name="그룹 616">
              <a:extLst>
                <a:ext uri="{FF2B5EF4-FFF2-40B4-BE49-F238E27FC236}">
                  <a16:creationId xmlns:a16="http://schemas.microsoft.com/office/drawing/2014/main" id="{72470BCC-E59A-464E-A575-DC2D1165CCE9}"/>
                </a:ext>
              </a:extLst>
            </p:cNvPr>
            <p:cNvGrpSpPr/>
            <p:nvPr/>
          </p:nvGrpSpPr>
          <p:grpSpPr>
            <a:xfrm>
              <a:off x="9106144" y="4736922"/>
              <a:ext cx="383413" cy="209780"/>
              <a:chOff x="3984021" y="1132618"/>
              <a:chExt cx="1249614" cy="683712"/>
            </a:xfrm>
          </p:grpSpPr>
          <p:sp>
            <p:nvSpPr>
              <p:cNvPr id="618" name="직사각형 617">
                <a:extLst>
                  <a:ext uri="{FF2B5EF4-FFF2-40B4-BE49-F238E27FC236}">
                    <a16:creationId xmlns:a16="http://schemas.microsoft.com/office/drawing/2014/main" id="{55CC0BDB-29F3-4398-A836-0086B103160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9" name="직사각형 618">
                <a:extLst>
                  <a:ext uri="{FF2B5EF4-FFF2-40B4-BE49-F238E27FC236}">
                    <a16:creationId xmlns:a16="http://schemas.microsoft.com/office/drawing/2014/main" id="{D921099A-0D66-4911-BECF-629691E7C9D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0" name="타원 619">
                <a:extLst>
                  <a:ext uri="{FF2B5EF4-FFF2-40B4-BE49-F238E27FC236}">
                    <a16:creationId xmlns:a16="http://schemas.microsoft.com/office/drawing/2014/main" id="{125463D0-B4E8-45BE-BCA1-DF3FD69672D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1" name="별: 꼭짓점 5개 620">
                <a:extLst>
                  <a:ext uri="{FF2B5EF4-FFF2-40B4-BE49-F238E27FC236}">
                    <a16:creationId xmlns:a16="http://schemas.microsoft.com/office/drawing/2014/main" id="{F8C890F6-A8B0-40AC-A40E-F844F88CF1BB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2" name="직사각형 621">
                <a:extLst>
                  <a:ext uri="{FF2B5EF4-FFF2-40B4-BE49-F238E27FC236}">
                    <a16:creationId xmlns:a16="http://schemas.microsoft.com/office/drawing/2014/main" id="{16BBBA61-FA3C-4C57-86B1-B1DC0EE62761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3" name="화살표: 오각형 622">
                <a:extLst>
                  <a:ext uri="{FF2B5EF4-FFF2-40B4-BE49-F238E27FC236}">
                    <a16:creationId xmlns:a16="http://schemas.microsoft.com/office/drawing/2014/main" id="{045F0DC5-1B0F-48FB-AA55-49856CB04FF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24" name="그룹 623">
              <a:extLst>
                <a:ext uri="{FF2B5EF4-FFF2-40B4-BE49-F238E27FC236}">
                  <a16:creationId xmlns:a16="http://schemas.microsoft.com/office/drawing/2014/main" id="{163BF817-8663-4C17-8F6E-663E02C83F27}"/>
                </a:ext>
              </a:extLst>
            </p:cNvPr>
            <p:cNvGrpSpPr/>
            <p:nvPr/>
          </p:nvGrpSpPr>
          <p:grpSpPr>
            <a:xfrm>
              <a:off x="4824064" y="5264337"/>
              <a:ext cx="383413" cy="209780"/>
              <a:chOff x="3984021" y="1132618"/>
              <a:chExt cx="1249614" cy="683712"/>
            </a:xfrm>
          </p:grpSpPr>
          <p:sp>
            <p:nvSpPr>
              <p:cNvPr id="625" name="직사각형 624">
                <a:extLst>
                  <a:ext uri="{FF2B5EF4-FFF2-40B4-BE49-F238E27FC236}">
                    <a16:creationId xmlns:a16="http://schemas.microsoft.com/office/drawing/2014/main" id="{906D11B0-BFBD-4A20-ABC5-94A26BA6E97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6" name="직사각형 625">
                <a:extLst>
                  <a:ext uri="{FF2B5EF4-FFF2-40B4-BE49-F238E27FC236}">
                    <a16:creationId xmlns:a16="http://schemas.microsoft.com/office/drawing/2014/main" id="{F88CDA72-36E5-41B7-9714-B864CC3EC47A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" name="타원 626">
                <a:extLst>
                  <a:ext uri="{FF2B5EF4-FFF2-40B4-BE49-F238E27FC236}">
                    <a16:creationId xmlns:a16="http://schemas.microsoft.com/office/drawing/2014/main" id="{A5883AFA-5203-4E4A-8E81-23C133B72B30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8" name="별: 꼭짓점 5개 627">
                <a:extLst>
                  <a:ext uri="{FF2B5EF4-FFF2-40B4-BE49-F238E27FC236}">
                    <a16:creationId xmlns:a16="http://schemas.microsoft.com/office/drawing/2014/main" id="{51E5AC1B-8B1D-4731-882D-53BD13E699ED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9" name="직사각형 628">
                <a:extLst>
                  <a:ext uri="{FF2B5EF4-FFF2-40B4-BE49-F238E27FC236}">
                    <a16:creationId xmlns:a16="http://schemas.microsoft.com/office/drawing/2014/main" id="{32C2AE7B-0399-438D-931F-FC2C980A8467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0" name="화살표: 오각형 629">
                <a:extLst>
                  <a:ext uri="{FF2B5EF4-FFF2-40B4-BE49-F238E27FC236}">
                    <a16:creationId xmlns:a16="http://schemas.microsoft.com/office/drawing/2014/main" id="{948CDEF6-F397-4163-9268-0AEE5098361F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31" name="그룹 630">
              <a:extLst>
                <a:ext uri="{FF2B5EF4-FFF2-40B4-BE49-F238E27FC236}">
                  <a16:creationId xmlns:a16="http://schemas.microsoft.com/office/drawing/2014/main" id="{AEEC1FFB-77F3-46F9-B3D2-E8DBE82B4920}"/>
                </a:ext>
              </a:extLst>
            </p:cNvPr>
            <p:cNvGrpSpPr/>
            <p:nvPr/>
          </p:nvGrpSpPr>
          <p:grpSpPr>
            <a:xfrm>
              <a:off x="5715498" y="5700789"/>
              <a:ext cx="383413" cy="209780"/>
              <a:chOff x="3984021" y="1132618"/>
              <a:chExt cx="1249614" cy="683712"/>
            </a:xfrm>
          </p:grpSpPr>
          <p:sp>
            <p:nvSpPr>
              <p:cNvPr id="632" name="직사각형 631">
                <a:extLst>
                  <a:ext uri="{FF2B5EF4-FFF2-40B4-BE49-F238E27FC236}">
                    <a16:creationId xmlns:a16="http://schemas.microsoft.com/office/drawing/2014/main" id="{2F2D8F98-3CFB-42F6-BA79-C80B57A21C8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3" name="직사각형 632">
                <a:extLst>
                  <a:ext uri="{FF2B5EF4-FFF2-40B4-BE49-F238E27FC236}">
                    <a16:creationId xmlns:a16="http://schemas.microsoft.com/office/drawing/2014/main" id="{36C966AD-AB9D-4E0D-ACFC-CFAF52069615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4" name="타원 633">
                <a:extLst>
                  <a:ext uri="{FF2B5EF4-FFF2-40B4-BE49-F238E27FC236}">
                    <a16:creationId xmlns:a16="http://schemas.microsoft.com/office/drawing/2014/main" id="{CD945469-D82A-4E4E-9670-07C3ED329D2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5" name="별: 꼭짓점 5개 634">
                <a:extLst>
                  <a:ext uri="{FF2B5EF4-FFF2-40B4-BE49-F238E27FC236}">
                    <a16:creationId xmlns:a16="http://schemas.microsoft.com/office/drawing/2014/main" id="{F03D6BD2-C65A-4D09-8B3A-01F41C60CA4C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6" name="직사각형 635">
                <a:extLst>
                  <a:ext uri="{FF2B5EF4-FFF2-40B4-BE49-F238E27FC236}">
                    <a16:creationId xmlns:a16="http://schemas.microsoft.com/office/drawing/2014/main" id="{1DB7D385-B9E9-41BB-810A-BA844339AFF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7" name="화살표: 오각형 636">
                <a:extLst>
                  <a:ext uri="{FF2B5EF4-FFF2-40B4-BE49-F238E27FC236}">
                    <a16:creationId xmlns:a16="http://schemas.microsoft.com/office/drawing/2014/main" id="{A4C2DB48-0EAA-4F6E-9854-E063784B8C38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38" name="그룹 637">
              <a:extLst>
                <a:ext uri="{FF2B5EF4-FFF2-40B4-BE49-F238E27FC236}">
                  <a16:creationId xmlns:a16="http://schemas.microsoft.com/office/drawing/2014/main" id="{302EF60A-3524-4166-9BA8-80B2961BD24E}"/>
                </a:ext>
              </a:extLst>
            </p:cNvPr>
            <p:cNvGrpSpPr/>
            <p:nvPr/>
          </p:nvGrpSpPr>
          <p:grpSpPr>
            <a:xfrm>
              <a:off x="4265613" y="4437111"/>
              <a:ext cx="383413" cy="209780"/>
              <a:chOff x="3984021" y="1132618"/>
              <a:chExt cx="1249614" cy="683712"/>
            </a:xfrm>
          </p:grpSpPr>
          <p:sp>
            <p:nvSpPr>
              <p:cNvPr id="639" name="직사각형 638">
                <a:extLst>
                  <a:ext uri="{FF2B5EF4-FFF2-40B4-BE49-F238E27FC236}">
                    <a16:creationId xmlns:a16="http://schemas.microsoft.com/office/drawing/2014/main" id="{770E76B2-9C64-4E2F-B6A1-176FA7C8C91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0" name="직사각형 639">
                <a:extLst>
                  <a:ext uri="{FF2B5EF4-FFF2-40B4-BE49-F238E27FC236}">
                    <a16:creationId xmlns:a16="http://schemas.microsoft.com/office/drawing/2014/main" id="{55E9F611-CD4D-4430-B2C5-85A266F42471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1" name="타원 640">
                <a:extLst>
                  <a:ext uri="{FF2B5EF4-FFF2-40B4-BE49-F238E27FC236}">
                    <a16:creationId xmlns:a16="http://schemas.microsoft.com/office/drawing/2014/main" id="{491BF0F4-3D19-4833-9804-C3A67F60613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2" name="별: 꼭짓점 5개 641">
                <a:extLst>
                  <a:ext uri="{FF2B5EF4-FFF2-40B4-BE49-F238E27FC236}">
                    <a16:creationId xmlns:a16="http://schemas.microsoft.com/office/drawing/2014/main" id="{C464E56B-A8A8-4C7F-BCE9-955B2F575891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3" name="직사각형 642">
                <a:extLst>
                  <a:ext uri="{FF2B5EF4-FFF2-40B4-BE49-F238E27FC236}">
                    <a16:creationId xmlns:a16="http://schemas.microsoft.com/office/drawing/2014/main" id="{D12EE623-CAD7-455E-9D72-93D9BD9F79B4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4" name="화살표: 오각형 643">
                <a:extLst>
                  <a:ext uri="{FF2B5EF4-FFF2-40B4-BE49-F238E27FC236}">
                    <a16:creationId xmlns:a16="http://schemas.microsoft.com/office/drawing/2014/main" id="{C824BE20-AF59-473E-8541-CE82A424E6F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45" name="그룹 644">
              <a:extLst>
                <a:ext uri="{FF2B5EF4-FFF2-40B4-BE49-F238E27FC236}">
                  <a16:creationId xmlns:a16="http://schemas.microsoft.com/office/drawing/2014/main" id="{017F6369-3028-40F8-8AB6-20728A67CF78}"/>
                </a:ext>
              </a:extLst>
            </p:cNvPr>
            <p:cNvGrpSpPr/>
            <p:nvPr/>
          </p:nvGrpSpPr>
          <p:grpSpPr>
            <a:xfrm>
              <a:off x="7766488" y="3838336"/>
              <a:ext cx="383413" cy="209780"/>
              <a:chOff x="3984021" y="1132618"/>
              <a:chExt cx="1249614" cy="683712"/>
            </a:xfrm>
          </p:grpSpPr>
          <p:sp>
            <p:nvSpPr>
              <p:cNvPr id="646" name="직사각형 645">
                <a:extLst>
                  <a:ext uri="{FF2B5EF4-FFF2-40B4-BE49-F238E27FC236}">
                    <a16:creationId xmlns:a16="http://schemas.microsoft.com/office/drawing/2014/main" id="{D7730E0C-1F24-4DA1-97BC-75A4A3E3473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7" name="직사각형 646">
                <a:extLst>
                  <a:ext uri="{FF2B5EF4-FFF2-40B4-BE49-F238E27FC236}">
                    <a16:creationId xmlns:a16="http://schemas.microsoft.com/office/drawing/2014/main" id="{BA42669A-4325-4FE2-AC70-EDB049DA88C9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8" name="타원 647">
                <a:extLst>
                  <a:ext uri="{FF2B5EF4-FFF2-40B4-BE49-F238E27FC236}">
                    <a16:creationId xmlns:a16="http://schemas.microsoft.com/office/drawing/2014/main" id="{1B2A1C7C-FDA0-4D48-BF18-B380334A539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9" name="별: 꼭짓점 5개 648">
                <a:extLst>
                  <a:ext uri="{FF2B5EF4-FFF2-40B4-BE49-F238E27FC236}">
                    <a16:creationId xmlns:a16="http://schemas.microsoft.com/office/drawing/2014/main" id="{4BD51353-8388-4EA7-A319-E10C2187974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0" name="직사각형 649">
                <a:extLst>
                  <a:ext uri="{FF2B5EF4-FFF2-40B4-BE49-F238E27FC236}">
                    <a16:creationId xmlns:a16="http://schemas.microsoft.com/office/drawing/2014/main" id="{0DC20D28-D745-4281-BA5A-3F6A345241ED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1" name="화살표: 오각형 650">
                <a:extLst>
                  <a:ext uri="{FF2B5EF4-FFF2-40B4-BE49-F238E27FC236}">
                    <a16:creationId xmlns:a16="http://schemas.microsoft.com/office/drawing/2014/main" id="{D17FD502-52E3-4E7A-A859-0C4F65CAE5C5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52" name="그룹 651">
              <a:extLst>
                <a:ext uri="{FF2B5EF4-FFF2-40B4-BE49-F238E27FC236}">
                  <a16:creationId xmlns:a16="http://schemas.microsoft.com/office/drawing/2014/main" id="{4798DE61-B18A-4AAF-8E08-2350B18251AD}"/>
                </a:ext>
              </a:extLst>
            </p:cNvPr>
            <p:cNvGrpSpPr/>
            <p:nvPr/>
          </p:nvGrpSpPr>
          <p:grpSpPr>
            <a:xfrm>
              <a:off x="7220261" y="3648803"/>
              <a:ext cx="383413" cy="209780"/>
              <a:chOff x="3984021" y="1132618"/>
              <a:chExt cx="1249614" cy="683712"/>
            </a:xfrm>
          </p:grpSpPr>
          <p:sp>
            <p:nvSpPr>
              <p:cNvPr id="653" name="직사각형 652">
                <a:extLst>
                  <a:ext uri="{FF2B5EF4-FFF2-40B4-BE49-F238E27FC236}">
                    <a16:creationId xmlns:a16="http://schemas.microsoft.com/office/drawing/2014/main" id="{5254FC60-F9F3-4ECB-AE06-4A1B68B13CCB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4" name="직사각형 653">
                <a:extLst>
                  <a:ext uri="{FF2B5EF4-FFF2-40B4-BE49-F238E27FC236}">
                    <a16:creationId xmlns:a16="http://schemas.microsoft.com/office/drawing/2014/main" id="{7FD32E3C-E4BC-4F76-8971-325C52EFAE81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5" name="타원 654">
                <a:extLst>
                  <a:ext uri="{FF2B5EF4-FFF2-40B4-BE49-F238E27FC236}">
                    <a16:creationId xmlns:a16="http://schemas.microsoft.com/office/drawing/2014/main" id="{93A03243-6645-4582-8E1B-3671B5D47E8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6" name="별: 꼭짓점 5개 655">
                <a:extLst>
                  <a:ext uri="{FF2B5EF4-FFF2-40B4-BE49-F238E27FC236}">
                    <a16:creationId xmlns:a16="http://schemas.microsoft.com/office/drawing/2014/main" id="{447C8B4F-0C7A-4B2A-A1D5-353E4AFF0127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7" name="직사각형 656">
                <a:extLst>
                  <a:ext uri="{FF2B5EF4-FFF2-40B4-BE49-F238E27FC236}">
                    <a16:creationId xmlns:a16="http://schemas.microsoft.com/office/drawing/2014/main" id="{FB33F4D4-6A3B-464D-9A94-04AA0446EB3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8" name="화살표: 오각형 657">
                <a:extLst>
                  <a:ext uri="{FF2B5EF4-FFF2-40B4-BE49-F238E27FC236}">
                    <a16:creationId xmlns:a16="http://schemas.microsoft.com/office/drawing/2014/main" id="{BCB43431-69AC-4FB7-B1DA-A5B61EC1F9F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59" name="그룹 658">
              <a:extLst>
                <a:ext uri="{FF2B5EF4-FFF2-40B4-BE49-F238E27FC236}">
                  <a16:creationId xmlns:a16="http://schemas.microsoft.com/office/drawing/2014/main" id="{D5C225B1-CE33-4FCE-BD03-1DA384FAC103}"/>
                </a:ext>
              </a:extLst>
            </p:cNvPr>
            <p:cNvGrpSpPr/>
            <p:nvPr/>
          </p:nvGrpSpPr>
          <p:grpSpPr>
            <a:xfrm>
              <a:off x="5973606" y="4048106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60" name="직사각형 659">
                <a:extLst>
                  <a:ext uri="{FF2B5EF4-FFF2-40B4-BE49-F238E27FC236}">
                    <a16:creationId xmlns:a16="http://schemas.microsoft.com/office/drawing/2014/main" id="{B249DA58-797A-42C0-97CE-78FBA0DFD519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1" name="별: 꼭짓점 5개 660">
                <a:extLst>
                  <a:ext uri="{FF2B5EF4-FFF2-40B4-BE49-F238E27FC236}">
                    <a16:creationId xmlns:a16="http://schemas.microsoft.com/office/drawing/2014/main" id="{0A09FBDF-E66A-40AE-94AA-BBC422220F96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2" name="자유형: 도형 661">
                <a:extLst>
                  <a:ext uri="{FF2B5EF4-FFF2-40B4-BE49-F238E27FC236}">
                    <a16:creationId xmlns:a16="http://schemas.microsoft.com/office/drawing/2014/main" id="{23C9163A-E65A-426E-BDEB-9892A8001DE7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63" name="그룹 662">
              <a:extLst>
                <a:ext uri="{FF2B5EF4-FFF2-40B4-BE49-F238E27FC236}">
                  <a16:creationId xmlns:a16="http://schemas.microsoft.com/office/drawing/2014/main" id="{83252319-D1A1-4E1D-99BC-483ADF82F30D}"/>
                </a:ext>
              </a:extLst>
            </p:cNvPr>
            <p:cNvGrpSpPr/>
            <p:nvPr/>
          </p:nvGrpSpPr>
          <p:grpSpPr>
            <a:xfrm>
              <a:off x="6323760" y="3749709"/>
              <a:ext cx="383413" cy="209780"/>
              <a:chOff x="3984021" y="1132618"/>
              <a:chExt cx="1249614" cy="683712"/>
            </a:xfrm>
          </p:grpSpPr>
          <p:sp>
            <p:nvSpPr>
              <p:cNvPr id="664" name="직사각형 663">
                <a:extLst>
                  <a:ext uri="{FF2B5EF4-FFF2-40B4-BE49-F238E27FC236}">
                    <a16:creationId xmlns:a16="http://schemas.microsoft.com/office/drawing/2014/main" id="{F91212E3-6572-4B0D-A990-8D7169C84D43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5" name="직사각형 664">
                <a:extLst>
                  <a:ext uri="{FF2B5EF4-FFF2-40B4-BE49-F238E27FC236}">
                    <a16:creationId xmlns:a16="http://schemas.microsoft.com/office/drawing/2014/main" id="{7339A5DD-48C8-489A-8BD0-CEC88CF3F952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6" name="타원 665">
                <a:extLst>
                  <a:ext uri="{FF2B5EF4-FFF2-40B4-BE49-F238E27FC236}">
                    <a16:creationId xmlns:a16="http://schemas.microsoft.com/office/drawing/2014/main" id="{6F19428B-147E-4FFE-B0FE-C046CBEC9AA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7" name="별: 꼭짓점 5개 666">
                <a:extLst>
                  <a:ext uri="{FF2B5EF4-FFF2-40B4-BE49-F238E27FC236}">
                    <a16:creationId xmlns:a16="http://schemas.microsoft.com/office/drawing/2014/main" id="{73E5C13C-66B0-4982-B746-3D82FECF66B1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8" name="직사각형 667">
                <a:extLst>
                  <a:ext uri="{FF2B5EF4-FFF2-40B4-BE49-F238E27FC236}">
                    <a16:creationId xmlns:a16="http://schemas.microsoft.com/office/drawing/2014/main" id="{FE22C3D4-02F0-457B-BA55-6C5708873BE0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9" name="화살표: 오각형 668">
                <a:extLst>
                  <a:ext uri="{FF2B5EF4-FFF2-40B4-BE49-F238E27FC236}">
                    <a16:creationId xmlns:a16="http://schemas.microsoft.com/office/drawing/2014/main" id="{EC7BE593-9E71-488D-B2E2-D936A7D45BA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70" name="그룹 669">
              <a:extLst>
                <a:ext uri="{FF2B5EF4-FFF2-40B4-BE49-F238E27FC236}">
                  <a16:creationId xmlns:a16="http://schemas.microsoft.com/office/drawing/2014/main" id="{7BEEA18B-A7EC-4A70-BBB2-9DDC934FEB1C}"/>
                </a:ext>
              </a:extLst>
            </p:cNvPr>
            <p:cNvGrpSpPr/>
            <p:nvPr/>
          </p:nvGrpSpPr>
          <p:grpSpPr>
            <a:xfrm>
              <a:off x="6570164" y="5019996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71" name="직사각형 670">
                <a:extLst>
                  <a:ext uri="{FF2B5EF4-FFF2-40B4-BE49-F238E27FC236}">
                    <a16:creationId xmlns:a16="http://schemas.microsoft.com/office/drawing/2014/main" id="{DBF19A93-F049-48DF-B910-2F40F94739FD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2" name="타원 671">
                <a:extLst>
                  <a:ext uri="{FF2B5EF4-FFF2-40B4-BE49-F238E27FC236}">
                    <a16:creationId xmlns:a16="http://schemas.microsoft.com/office/drawing/2014/main" id="{E7C2CD98-E6D0-4F9D-9F12-11C04425246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3" name="화살표: 오각형 672">
                <a:extLst>
                  <a:ext uri="{FF2B5EF4-FFF2-40B4-BE49-F238E27FC236}">
                    <a16:creationId xmlns:a16="http://schemas.microsoft.com/office/drawing/2014/main" id="{E19EC8D5-E39F-4613-B2D4-860E6AAEF571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74" name="그룹 673">
              <a:extLst>
                <a:ext uri="{FF2B5EF4-FFF2-40B4-BE49-F238E27FC236}">
                  <a16:creationId xmlns:a16="http://schemas.microsoft.com/office/drawing/2014/main" id="{2F3ED5BC-E5DA-48AF-9253-8790C20A7E46}"/>
                </a:ext>
              </a:extLst>
            </p:cNvPr>
            <p:cNvGrpSpPr/>
            <p:nvPr/>
          </p:nvGrpSpPr>
          <p:grpSpPr>
            <a:xfrm>
              <a:off x="6378143" y="4117821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75" name="직사각형 674">
                <a:extLst>
                  <a:ext uri="{FF2B5EF4-FFF2-40B4-BE49-F238E27FC236}">
                    <a16:creationId xmlns:a16="http://schemas.microsoft.com/office/drawing/2014/main" id="{333E1575-5940-48A6-A0FE-ECDC1D025420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6" name="타원 675">
                <a:extLst>
                  <a:ext uri="{FF2B5EF4-FFF2-40B4-BE49-F238E27FC236}">
                    <a16:creationId xmlns:a16="http://schemas.microsoft.com/office/drawing/2014/main" id="{178CFF0C-928A-4084-9684-67706BA0CC3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7" name="화살표: 오각형 676">
                <a:extLst>
                  <a:ext uri="{FF2B5EF4-FFF2-40B4-BE49-F238E27FC236}">
                    <a16:creationId xmlns:a16="http://schemas.microsoft.com/office/drawing/2014/main" id="{BCBDF6FE-1F5E-4C08-A4A1-9DD49EE969DD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82" name="그룹 681">
              <a:extLst>
                <a:ext uri="{FF2B5EF4-FFF2-40B4-BE49-F238E27FC236}">
                  <a16:creationId xmlns:a16="http://schemas.microsoft.com/office/drawing/2014/main" id="{4F6EEF36-DDF9-4149-8397-C997B0386AA7}"/>
                </a:ext>
              </a:extLst>
            </p:cNvPr>
            <p:cNvGrpSpPr/>
            <p:nvPr/>
          </p:nvGrpSpPr>
          <p:grpSpPr>
            <a:xfrm>
              <a:off x="7798470" y="4637425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83" name="직사각형 682">
                <a:extLst>
                  <a:ext uri="{FF2B5EF4-FFF2-40B4-BE49-F238E27FC236}">
                    <a16:creationId xmlns:a16="http://schemas.microsoft.com/office/drawing/2014/main" id="{F48E1F5B-3934-4D5B-BA8A-EF24E949F7F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4" name="타원 683">
                <a:extLst>
                  <a:ext uri="{FF2B5EF4-FFF2-40B4-BE49-F238E27FC236}">
                    <a16:creationId xmlns:a16="http://schemas.microsoft.com/office/drawing/2014/main" id="{C5C022C6-11F4-4563-A3EC-6F0286C5C872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5" name="화살표: 오각형 684">
                <a:extLst>
                  <a:ext uri="{FF2B5EF4-FFF2-40B4-BE49-F238E27FC236}">
                    <a16:creationId xmlns:a16="http://schemas.microsoft.com/office/drawing/2014/main" id="{D36DB3E1-40DF-46FB-918D-B96318DA43A6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2875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1: Substrate depletion ([E]&gt;&gt;[S])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694632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– Hypothesis (Hydrogel</a:t>
            </a:r>
            <a:r>
              <a:rPr lang="ko-KR" alt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Non-immobilization)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110" name="그림 109">
            <a:extLst>
              <a:ext uri="{FF2B5EF4-FFF2-40B4-BE49-F238E27FC236}">
                <a16:creationId xmlns:a16="http://schemas.microsoft.com/office/drawing/2014/main" id="{D0B9CE89-9BCB-4B96-A6BF-F0EAFA38A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52" y="1110187"/>
            <a:ext cx="2348187" cy="1701199"/>
          </a:xfrm>
          <a:prstGeom prst="rect">
            <a:avLst/>
          </a:prstGeom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A1164F9F-FFF5-44CF-A70D-9D4F43B51BAD}"/>
              </a:ext>
            </a:extLst>
          </p:cNvPr>
          <p:cNvGrpSpPr/>
          <p:nvPr/>
        </p:nvGrpSpPr>
        <p:grpSpPr>
          <a:xfrm>
            <a:off x="1045141" y="1428389"/>
            <a:ext cx="383413" cy="209780"/>
            <a:chOff x="3984021" y="1132618"/>
            <a:chExt cx="1249614" cy="683712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1AA0AC9E-B916-447F-83E6-377ADE1195B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94F68383-62C7-46A5-9619-509D9B6A57E5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17A2C2E8-9001-468A-9F00-E6A35B20ED9E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별: 꼭짓점 5개 114">
              <a:extLst>
                <a:ext uri="{FF2B5EF4-FFF2-40B4-BE49-F238E27FC236}">
                  <a16:creationId xmlns:a16="http://schemas.microsoft.com/office/drawing/2014/main" id="{337BC54F-A97C-4806-9680-7FFCC07E63A8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자유형: 도형 115">
              <a:extLst>
                <a:ext uri="{FF2B5EF4-FFF2-40B4-BE49-F238E27FC236}">
                  <a16:creationId xmlns:a16="http://schemas.microsoft.com/office/drawing/2014/main" id="{E637BEE6-AEFD-45CF-B4E5-8428D5042E1E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화살표: 오각형 116">
              <a:extLst>
                <a:ext uri="{FF2B5EF4-FFF2-40B4-BE49-F238E27FC236}">
                  <a16:creationId xmlns:a16="http://schemas.microsoft.com/office/drawing/2014/main" id="{6E4A5D06-7A40-4574-B625-FFB0B5A6FB3A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74B7449-3067-4FC2-8A3F-10D262B3ADA6}"/>
              </a:ext>
            </a:extLst>
          </p:cNvPr>
          <p:cNvGrpSpPr/>
          <p:nvPr/>
        </p:nvGrpSpPr>
        <p:grpSpPr>
          <a:xfrm>
            <a:off x="1686790" y="1721485"/>
            <a:ext cx="383413" cy="209780"/>
            <a:chOff x="3984021" y="1132618"/>
            <a:chExt cx="1249614" cy="683712"/>
          </a:xfrm>
        </p:grpSpPr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CA19B1E6-A8CD-4C98-97CD-A6934753349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0482BC8C-5A3E-40E1-8160-497A526498F4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60CDB1C5-0AF3-42DC-9132-2FEA7D32DB1B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별: 꼭짓점 5개 121">
              <a:extLst>
                <a:ext uri="{FF2B5EF4-FFF2-40B4-BE49-F238E27FC236}">
                  <a16:creationId xmlns:a16="http://schemas.microsoft.com/office/drawing/2014/main" id="{4D49B51F-C3AB-45AE-928A-66E55ED25A09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자유형: 도형 122">
              <a:extLst>
                <a:ext uri="{FF2B5EF4-FFF2-40B4-BE49-F238E27FC236}">
                  <a16:creationId xmlns:a16="http://schemas.microsoft.com/office/drawing/2014/main" id="{A7B5C6CF-0DD3-4863-927D-A659BD7C2EF6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화살표: 오각형 123">
              <a:extLst>
                <a:ext uri="{FF2B5EF4-FFF2-40B4-BE49-F238E27FC236}">
                  <a16:creationId xmlns:a16="http://schemas.microsoft.com/office/drawing/2014/main" id="{94AE02F4-595B-4E11-AE06-91CE318B3FCE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A50E46A1-227D-43D8-8063-7F8BE8D49437}"/>
              </a:ext>
            </a:extLst>
          </p:cNvPr>
          <p:cNvGrpSpPr/>
          <p:nvPr/>
        </p:nvGrpSpPr>
        <p:grpSpPr>
          <a:xfrm>
            <a:off x="778948" y="1843954"/>
            <a:ext cx="383413" cy="209780"/>
            <a:chOff x="3984021" y="1132618"/>
            <a:chExt cx="1249614" cy="683712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EC991C24-5343-426E-AFD3-FF8827D13286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55992D9F-B386-4E03-85C9-AD99629F1B1C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9C2DA84D-2314-48B3-929F-7C9A74FA6B90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별: 꼭짓점 5개 128">
              <a:extLst>
                <a:ext uri="{FF2B5EF4-FFF2-40B4-BE49-F238E27FC236}">
                  <a16:creationId xmlns:a16="http://schemas.microsoft.com/office/drawing/2014/main" id="{D81638F1-A5EE-4223-BDE5-67CDD72D7F58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자유형: 도형 129">
              <a:extLst>
                <a:ext uri="{FF2B5EF4-FFF2-40B4-BE49-F238E27FC236}">
                  <a16:creationId xmlns:a16="http://schemas.microsoft.com/office/drawing/2014/main" id="{52A13373-9963-46AE-9FB2-8920F0844E9F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화살표: 오각형 130">
              <a:extLst>
                <a:ext uri="{FF2B5EF4-FFF2-40B4-BE49-F238E27FC236}">
                  <a16:creationId xmlns:a16="http://schemas.microsoft.com/office/drawing/2014/main" id="{1E3125A4-20E4-4255-9E37-0B6383696D02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F777E531-9775-4EC8-9055-25989D663A22}"/>
              </a:ext>
            </a:extLst>
          </p:cNvPr>
          <p:cNvGrpSpPr/>
          <p:nvPr/>
        </p:nvGrpSpPr>
        <p:grpSpPr>
          <a:xfrm>
            <a:off x="1310382" y="2033278"/>
            <a:ext cx="383413" cy="209780"/>
            <a:chOff x="3984021" y="1132618"/>
            <a:chExt cx="1249614" cy="683712"/>
          </a:xfrm>
        </p:grpSpPr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062BF5C3-637E-4A19-A36C-FCC944D9EBEB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D66F2D96-7DDE-41F2-927D-BF378E4B0971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D0D7D48-FB02-41B2-ABFC-B8129EE164C8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별: 꼭짓점 5개 136">
              <a:extLst>
                <a:ext uri="{FF2B5EF4-FFF2-40B4-BE49-F238E27FC236}">
                  <a16:creationId xmlns:a16="http://schemas.microsoft.com/office/drawing/2014/main" id="{C1E908DB-81E2-4511-8FBB-EAE594AF7FC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자유형: 도형 162">
              <a:extLst>
                <a:ext uri="{FF2B5EF4-FFF2-40B4-BE49-F238E27FC236}">
                  <a16:creationId xmlns:a16="http://schemas.microsoft.com/office/drawing/2014/main" id="{5DA5E2C7-D15A-4724-8F59-71E96DB0EFE1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화살표: 오각형 163">
              <a:extLst>
                <a:ext uri="{FF2B5EF4-FFF2-40B4-BE49-F238E27FC236}">
                  <a16:creationId xmlns:a16="http://schemas.microsoft.com/office/drawing/2014/main" id="{92074740-F45D-4340-ABBD-A30A18806CD0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65" name="그림 164">
            <a:extLst>
              <a:ext uri="{FF2B5EF4-FFF2-40B4-BE49-F238E27FC236}">
                <a16:creationId xmlns:a16="http://schemas.microsoft.com/office/drawing/2014/main" id="{7BC78FDE-E00E-4A2B-B667-B53778CC3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585" y="1110187"/>
            <a:ext cx="2348187" cy="1701199"/>
          </a:xfrm>
          <a:prstGeom prst="rect">
            <a:avLst/>
          </a:prstGeom>
        </p:spPr>
      </p:pic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FF33242D-7961-4736-8C06-2AD62A9DBF6A}"/>
              </a:ext>
            </a:extLst>
          </p:cNvPr>
          <p:cNvGrpSpPr/>
          <p:nvPr/>
        </p:nvGrpSpPr>
        <p:grpSpPr>
          <a:xfrm>
            <a:off x="3430081" y="1843954"/>
            <a:ext cx="383413" cy="209780"/>
            <a:chOff x="3984021" y="1132618"/>
            <a:chExt cx="1249614" cy="683712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D6B284D0-1E56-4C0A-B9BA-5B0BA1027BA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49EE1BD6-D0AC-4E8C-9747-9731D6BC58A8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5DDC97AC-3C55-4E94-B7B0-D0D74496E9E7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별: 꼭짓점 5개 169">
              <a:extLst>
                <a:ext uri="{FF2B5EF4-FFF2-40B4-BE49-F238E27FC236}">
                  <a16:creationId xmlns:a16="http://schemas.microsoft.com/office/drawing/2014/main" id="{2E6E25D2-3974-4CE3-A9FB-0DA67669E53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C2C9EE81-8522-4B00-9131-19B87086134A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화살표: 오각형 171">
              <a:extLst>
                <a:ext uri="{FF2B5EF4-FFF2-40B4-BE49-F238E27FC236}">
                  <a16:creationId xmlns:a16="http://schemas.microsoft.com/office/drawing/2014/main" id="{95BB0016-5BB6-4515-A0DF-5E82BD470E9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3" name="부분 원형 172">
            <a:extLst>
              <a:ext uri="{FF2B5EF4-FFF2-40B4-BE49-F238E27FC236}">
                <a16:creationId xmlns:a16="http://schemas.microsoft.com/office/drawing/2014/main" id="{EAD8815E-D49A-437A-95F1-E8F561A38E2A}"/>
              </a:ext>
            </a:extLst>
          </p:cNvPr>
          <p:cNvSpPr/>
          <p:nvPr/>
        </p:nvSpPr>
        <p:spPr>
          <a:xfrm>
            <a:off x="3402011" y="1599167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부분 원형 173">
            <a:extLst>
              <a:ext uri="{FF2B5EF4-FFF2-40B4-BE49-F238E27FC236}">
                <a16:creationId xmlns:a16="http://schemas.microsoft.com/office/drawing/2014/main" id="{9030DAD4-EEF9-454E-AC55-D6A967777812}"/>
              </a:ext>
            </a:extLst>
          </p:cNvPr>
          <p:cNvSpPr/>
          <p:nvPr/>
        </p:nvSpPr>
        <p:spPr>
          <a:xfrm>
            <a:off x="3616023" y="210429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부분 원형 174">
            <a:extLst>
              <a:ext uri="{FF2B5EF4-FFF2-40B4-BE49-F238E27FC236}">
                <a16:creationId xmlns:a16="http://schemas.microsoft.com/office/drawing/2014/main" id="{A71403DB-D8FC-4986-8403-D06F2C11E0A0}"/>
              </a:ext>
            </a:extLst>
          </p:cNvPr>
          <p:cNvSpPr/>
          <p:nvPr/>
        </p:nvSpPr>
        <p:spPr>
          <a:xfrm>
            <a:off x="4026079" y="174780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부분 원형 175">
            <a:extLst>
              <a:ext uri="{FF2B5EF4-FFF2-40B4-BE49-F238E27FC236}">
                <a16:creationId xmlns:a16="http://schemas.microsoft.com/office/drawing/2014/main" id="{8E2B006A-299E-4579-A545-BDE0DD61010B}"/>
              </a:ext>
            </a:extLst>
          </p:cNvPr>
          <p:cNvSpPr/>
          <p:nvPr/>
        </p:nvSpPr>
        <p:spPr>
          <a:xfrm>
            <a:off x="4566748" y="200703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부분 원형 176">
            <a:extLst>
              <a:ext uri="{FF2B5EF4-FFF2-40B4-BE49-F238E27FC236}">
                <a16:creationId xmlns:a16="http://schemas.microsoft.com/office/drawing/2014/main" id="{629F2F18-9D27-47CB-9359-05E5EC4454C8}"/>
              </a:ext>
            </a:extLst>
          </p:cNvPr>
          <p:cNvSpPr/>
          <p:nvPr/>
        </p:nvSpPr>
        <p:spPr>
          <a:xfrm>
            <a:off x="4315116" y="1502505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DA6DB2FA-3872-46F3-8A6E-B91119B9FDD1}"/>
              </a:ext>
            </a:extLst>
          </p:cNvPr>
          <p:cNvGrpSpPr/>
          <p:nvPr/>
        </p:nvGrpSpPr>
        <p:grpSpPr>
          <a:xfrm>
            <a:off x="4494854" y="1693861"/>
            <a:ext cx="383413" cy="209780"/>
            <a:chOff x="3984021" y="1132618"/>
            <a:chExt cx="1249614" cy="683712"/>
          </a:xfrm>
        </p:grpSpPr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5C1C275B-B8E4-48A3-AF25-48CBE97E5DBE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40336823-9262-4EAF-A38C-8C22C7B5F090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28A6266F-D719-45B3-B7C2-66DD05B86E9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별: 꼭짓점 5개 181">
              <a:extLst>
                <a:ext uri="{FF2B5EF4-FFF2-40B4-BE49-F238E27FC236}">
                  <a16:creationId xmlns:a16="http://schemas.microsoft.com/office/drawing/2014/main" id="{6D9B9AFA-C538-49CC-B868-A3B115ACB3DF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A9154A3B-E173-444E-ACCF-E88B6CCF57CF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화살표: 오각형 183">
              <a:extLst>
                <a:ext uri="{FF2B5EF4-FFF2-40B4-BE49-F238E27FC236}">
                  <a16:creationId xmlns:a16="http://schemas.microsoft.com/office/drawing/2014/main" id="{DBFD4788-A64A-4DE5-A6C6-5F7F9F14E5C7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1243560F-9ECA-4324-9015-5AD3305C2301}"/>
              </a:ext>
            </a:extLst>
          </p:cNvPr>
          <p:cNvGrpSpPr/>
          <p:nvPr/>
        </p:nvGrpSpPr>
        <p:grpSpPr>
          <a:xfrm>
            <a:off x="4010108" y="2083067"/>
            <a:ext cx="383413" cy="209780"/>
            <a:chOff x="3984021" y="1132618"/>
            <a:chExt cx="1249614" cy="683712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A154E266-257B-4DE5-9901-E93903DC2235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2F021DA0-3C1F-47F5-96B6-227274B792A8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9DD4F20D-6A80-4500-A7F1-58F1EC8EBFB1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별: 꼭짓점 5개 188">
              <a:extLst>
                <a:ext uri="{FF2B5EF4-FFF2-40B4-BE49-F238E27FC236}">
                  <a16:creationId xmlns:a16="http://schemas.microsoft.com/office/drawing/2014/main" id="{EEF3485D-974C-4D3B-BE54-220747BE43E5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E22E5F71-BA1D-48C7-91C4-321A48F63B60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화살표: 오각형 190">
              <a:extLst>
                <a:ext uri="{FF2B5EF4-FFF2-40B4-BE49-F238E27FC236}">
                  <a16:creationId xmlns:a16="http://schemas.microsoft.com/office/drawing/2014/main" id="{76FB8EB2-5F7F-468D-A7BB-4E85BD66951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D0A56367-272E-4A8E-8DE3-7D04DA598409}"/>
              </a:ext>
            </a:extLst>
          </p:cNvPr>
          <p:cNvGrpSpPr/>
          <p:nvPr/>
        </p:nvGrpSpPr>
        <p:grpSpPr>
          <a:xfrm>
            <a:off x="3754265" y="1414360"/>
            <a:ext cx="383413" cy="209780"/>
            <a:chOff x="3984021" y="1132618"/>
            <a:chExt cx="1249614" cy="683712"/>
          </a:xfrm>
        </p:grpSpPr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963A5D24-2969-46DF-8150-17184B941232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5FB65B68-DA36-44F7-845E-09FF10C933EC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FB6A7F46-DB54-4B6F-81A9-FAA4C0C2410A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별: 꼭짓점 5개 195">
              <a:extLst>
                <a:ext uri="{FF2B5EF4-FFF2-40B4-BE49-F238E27FC236}">
                  <a16:creationId xmlns:a16="http://schemas.microsoft.com/office/drawing/2014/main" id="{EEFB40B9-7FAC-45AB-B23B-5FB9A8BC95AC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92CF0121-71EA-4E63-8379-6ECF397D07B9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화살표: 오각형 197">
              <a:extLst>
                <a:ext uri="{FF2B5EF4-FFF2-40B4-BE49-F238E27FC236}">
                  <a16:creationId xmlns:a16="http://schemas.microsoft.com/office/drawing/2014/main" id="{1FEA1CDE-17E3-4238-9F5B-C824AD24EA0A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99" name="그림 198">
            <a:extLst>
              <a:ext uri="{FF2B5EF4-FFF2-40B4-BE49-F238E27FC236}">
                <a16:creationId xmlns:a16="http://schemas.microsoft.com/office/drawing/2014/main" id="{102A07D3-524C-4838-9D58-7B4EAD407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841" y="1110187"/>
            <a:ext cx="2348187" cy="1701199"/>
          </a:xfrm>
          <a:prstGeom prst="rect">
            <a:avLst/>
          </a:prstGeom>
        </p:spPr>
      </p:pic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27F3AB98-EA5B-46F6-8E31-2D1406613C48}"/>
              </a:ext>
            </a:extLst>
          </p:cNvPr>
          <p:cNvGrpSpPr/>
          <p:nvPr/>
        </p:nvGrpSpPr>
        <p:grpSpPr>
          <a:xfrm>
            <a:off x="6207336" y="1843954"/>
            <a:ext cx="227434" cy="209780"/>
            <a:chOff x="3984021" y="1132618"/>
            <a:chExt cx="741250" cy="683712"/>
          </a:xfrm>
        </p:grpSpPr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67298624-09D3-4AA4-ADBC-5932A9211425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타원 201">
              <a:extLst>
                <a:ext uri="{FF2B5EF4-FFF2-40B4-BE49-F238E27FC236}">
                  <a16:creationId xmlns:a16="http://schemas.microsoft.com/office/drawing/2014/main" id="{314D9DAC-79C6-4723-B7FC-34BB94EAC74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화살표: 오각형 202">
              <a:extLst>
                <a:ext uri="{FF2B5EF4-FFF2-40B4-BE49-F238E27FC236}">
                  <a16:creationId xmlns:a16="http://schemas.microsoft.com/office/drawing/2014/main" id="{B64902F8-2A1E-42F4-B4D3-2FC4547C1F7F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4" name="부분 원형 203">
            <a:extLst>
              <a:ext uri="{FF2B5EF4-FFF2-40B4-BE49-F238E27FC236}">
                <a16:creationId xmlns:a16="http://schemas.microsoft.com/office/drawing/2014/main" id="{20784AB6-85E3-4224-9370-73FA9CB22182}"/>
              </a:ext>
            </a:extLst>
          </p:cNvPr>
          <p:cNvSpPr/>
          <p:nvPr/>
        </p:nvSpPr>
        <p:spPr>
          <a:xfrm>
            <a:off x="6179267" y="1599167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부분 원형 204">
            <a:extLst>
              <a:ext uri="{FF2B5EF4-FFF2-40B4-BE49-F238E27FC236}">
                <a16:creationId xmlns:a16="http://schemas.microsoft.com/office/drawing/2014/main" id="{F0217D59-952C-482B-8DF5-9899C8F81491}"/>
              </a:ext>
            </a:extLst>
          </p:cNvPr>
          <p:cNvSpPr/>
          <p:nvPr/>
        </p:nvSpPr>
        <p:spPr>
          <a:xfrm>
            <a:off x="6393279" y="210429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부분 원형 205">
            <a:extLst>
              <a:ext uri="{FF2B5EF4-FFF2-40B4-BE49-F238E27FC236}">
                <a16:creationId xmlns:a16="http://schemas.microsoft.com/office/drawing/2014/main" id="{EC4C73A1-7E2D-4AAC-8E6B-CBACCB78BF15}"/>
              </a:ext>
            </a:extLst>
          </p:cNvPr>
          <p:cNvSpPr/>
          <p:nvPr/>
        </p:nvSpPr>
        <p:spPr>
          <a:xfrm>
            <a:off x="6803335" y="174780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부분 원형 206">
            <a:extLst>
              <a:ext uri="{FF2B5EF4-FFF2-40B4-BE49-F238E27FC236}">
                <a16:creationId xmlns:a16="http://schemas.microsoft.com/office/drawing/2014/main" id="{C0B02EFF-DA81-4B8D-BB19-727A6ADAB14A}"/>
              </a:ext>
            </a:extLst>
          </p:cNvPr>
          <p:cNvSpPr/>
          <p:nvPr/>
        </p:nvSpPr>
        <p:spPr>
          <a:xfrm>
            <a:off x="7344004" y="200703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부분 원형 207">
            <a:extLst>
              <a:ext uri="{FF2B5EF4-FFF2-40B4-BE49-F238E27FC236}">
                <a16:creationId xmlns:a16="http://schemas.microsoft.com/office/drawing/2014/main" id="{DEFF03C0-D735-40EA-8661-FA1F790251AC}"/>
              </a:ext>
            </a:extLst>
          </p:cNvPr>
          <p:cNvSpPr/>
          <p:nvPr/>
        </p:nvSpPr>
        <p:spPr>
          <a:xfrm>
            <a:off x="7092372" y="1502505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30B9D785-36D3-49B7-85C2-B4786B5829CA}"/>
              </a:ext>
            </a:extLst>
          </p:cNvPr>
          <p:cNvGrpSpPr/>
          <p:nvPr/>
        </p:nvGrpSpPr>
        <p:grpSpPr>
          <a:xfrm>
            <a:off x="7422688" y="1693861"/>
            <a:ext cx="232835" cy="209780"/>
            <a:chOff x="10380089" y="3275696"/>
            <a:chExt cx="232835" cy="209780"/>
          </a:xfrm>
        </p:grpSpPr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9D3A63F9-3542-4538-95E3-8CD37AFE5C44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별: 꼭짓점 5개 210">
              <a:extLst>
                <a:ext uri="{FF2B5EF4-FFF2-40B4-BE49-F238E27FC236}">
                  <a16:creationId xmlns:a16="http://schemas.microsoft.com/office/drawing/2014/main" id="{9075948A-2FE1-4C5D-BDDD-54896C4F9720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DC485432-602F-4B8E-9EE0-C0F188B85F15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0BDECED0-C56B-41F6-8DF7-A63563588B08}"/>
              </a:ext>
            </a:extLst>
          </p:cNvPr>
          <p:cNvGrpSpPr/>
          <p:nvPr/>
        </p:nvGrpSpPr>
        <p:grpSpPr>
          <a:xfrm>
            <a:off x="6787363" y="2083067"/>
            <a:ext cx="227434" cy="209780"/>
            <a:chOff x="3984021" y="1132618"/>
            <a:chExt cx="741250" cy="683712"/>
          </a:xfrm>
        </p:grpSpPr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DE5F993F-D6DB-4F24-A8A7-BF8E9D724D86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5A478B23-AAE9-4304-8333-0615B2C523F0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화살표: 오각형 215">
              <a:extLst>
                <a:ext uri="{FF2B5EF4-FFF2-40B4-BE49-F238E27FC236}">
                  <a16:creationId xmlns:a16="http://schemas.microsoft.com/office/drawing/2014/main" id="{EBAD32F0-07C6-46B0-A97D-FEF531EAE3F9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09EB9ADA-F64E-4B24-992B-272D705A5D16}"/>
              </a:ext>
            </a:extLst>
          </p:cNvPr>
          <p:cNvGrpSpPr/>
          <p:nvPr/>
        </p:nvGrpSpPr>
        <p:grpSpPr>
          <a:xfrm>
            <a:off x="7014797" y="1850872"/>
            <a:ext cx="232835" cy="209780"/>
            <a:chOff x="10380089" y="3275696"/>
            <a:chExt cx="232835" cy="209780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0F9940F3-EE1C-45E8-B2FC-A215177430BD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별: 꼭짓점 5개 222">
              <a:extLst>
                <a:ext uri="{FF2B5EF4-FFF2-40B4-BE49-F238E27FC236}">
                  <a16:creationId xmlns:a16="http://schemas.microsoft.com/office/drawing/2014/main" id="{1F8BAAB8-619A-489C-85A9-8AE06580B226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D3E8243D-D6C2-46AC-80EF-A04141430DE9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052F12AE-F73F-4C93-81FE-5CE1966F848F}"/>
              </a:ext>
            </a:extLst>
          </p:cNvPr>
          <p:cNvGrpSpPr/>
          <p:nvPr/>
        </p:nvGrpSpPr>
        <p:grpSpPr>
          <a:xfrm>
            <a:off x="6501221" y="1682936"/>
            <a:ext cx="232835" cy="209780"/>
            <a:chOff x="10380089" y="3275696"/>
            <a:chExt cx="232835" cy="209780"/>
          </a:xfrm>
        </p:grpSpPr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69584E91-3290-4275-9331-21914CAC6728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별: 꼭짓점 5개 234">
              <a:extLst>
                <a:ext uri="{FF2B5EF4-FFF2-40B4-BE49-F238E27FC236}">
                  <a16:creationId xmlns:a16="http://schemas.microsoft.com/office/drawing/2014/main" id="{4EC3C7D3-1050-4A7F-BCEA-06F33E70619F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BBA8120F-31FB-4540-9C16-E72DA1274887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68E1C658-50AB-4E93-9D13-CF2CC46C5CE3}"/>
              </a:ext>
            </a:extLst>
          </p:cNvPr>
          <p:cNvGrpSpPr/>
          <p:nvPr/>
        </p:nvGrpSpPr>
        <p:grpSpPr>
          <a:xfrm>
            <a:off x="6734056" y="1391959"/>
            <a:ext cx="232835" cy="209780"/>
            <a:chOff x="10380089" y="3275696"/>
            <a:chExt cx="232835" cy="209780"/>
          </a:xfrm>
        </p:grpSpPr>
        <p:sp>
          <p:nvSpPr>
            <p:cNvPr id="241" name="직사각형 240">
              <a:extLst>
                <a:ext uri="{FF2B5EF4-FFF2-40B4-BE49-F238E27FC236}">
                  <a16:creationId xmlns:a16="http://schemas.microsoft.com/office/drawing/2014/main" id="{CF7BF555-23B1-4D07-B1C5-077752A2D89A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별: 꼭짓점 5개 241">
              <a:extLst>
                <a:ext uri="{FF2B5EF4-FFF2-40B4-BE49-F238E27FC236}">
                  <a16:creationId xmlns:a16="http://schemas.microsoft.com/office/drawing/2014/main" id="{93C841DF-B9F1-44EB-9405-25B515AB12F3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A901AF7A-5BD3-4FD3-ACD9-E308149C7DB5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5" name="그룹 244">
            <a:extLst>
              <a:ext uri="{FF2B5EF4-FFF2-40B4-BE49-F238E27FC236}">
                <a16:creationId xmlns:a16="http://schemas.microsoft.com/office/drawing/2014/main" id="{505AB54E-40B8-408D-ACFF-2F59116248B2}"/>
              </a:ext>
            </a:extLst>
          </p:cNvPr>
          <p:cNvGrpSpPr/>
          <p:nvPr/>
        </p:nvGrpSpPr>
        <p:grpSpPr>
          <a:xfrm>
            <a:off x="7121062" y="1604904"/>
            <a:ext cx="227434" cy="209780"/>
            <a:chOff x="3984021" y="1132618"/>
            <a:chExt cx="741250" cy="683712"/>
          </a:xfrm>
        </p:grpSpPr>
        <p:sp>
          <p:nvSpPr>
            <p:cNvPr id="246" name="직사각형 245">
              <a:extLst>
                <a:ext uri="{FF2B5EF4-FFF2-40B4-BE49-F238E27FC236}">
                  <a16:creationId xmlns:a16="http://schemas.microsoft.com/office/drawing/2014/main" id="{A95F890E-8ED2-4373-8D87-C4817330EE37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타원 246">
              <a:extLst>
                <a:ext uri="{FF2B5EF4-FFF2-40B4-BE49-F238E27FC236}">
                  <a16:creationId xmlns:a16="http://schemas.microsoft.com/office/drawing/2014/main" id="{4981187F-BF4E-49DC-AEF2-D6FF9EE24F0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화살표: 오각형 247">
              <a:extLst>
                <a:ext uri="{FF2B5EF4-FFF2-40B4-BE49-F238E27FC236}">
                  <a16:creationId xmlns:a16="http://schemas.microsoft.com/office/drawing/2014/main" id="{FECD3E81-B109-4FC7-A197-B09447B62CD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29EF1D95-605A-47EE-95E8-CF1F2D7505D6}"/>
              </a:ext>
            </a:extLst>
          </p:cNvPr>
          <p:cNvGrpSpPr/>
          <p:nvPr/>
        </p:nvGrpSpPr>
        <p:grpSpPr>
          <a:xfrm>
            <a:off x="6400417" y="1368065"/>
            <a:ext cx="227434" cy="209780"/>
            <a:chOff x="3984021" y="1132618"/>
            <a:chExt cx="741250" cy="683712"/>
          </a:xfrm>
        </p:grpSpPr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A405C4C4-51B2-4431-B8B3-034C5ABFC77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타원 251">
              <a:extLst>
                <a:ext uri="{FF2B5EF4-FFF2-40B4-BE49-F238E27FC236}">
                  <a16:creationId xmlns:a16="http://schemas.microsoft.com/office/drawing/2014/main" id="{68CE8B22-13D4-4B15-ACA6-2C9919509ED4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화살표: 오각형 252">
              <a:extLst>
                <a:ext uri="{FF2B5EF4-FFF2-40B4-BE49-F238E27FC236}">
                  <a16:creationId xmlns:a16="http://schemas.microsoft.com/office/drawing/2014/main" id="{A7C99DE4-7536-4FF4-89E1-3AFF536BCC11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5" name="화살표: 아래쪽 274">
            <a:extLst>
              <a:ext uri="{FF2B5EF4-FFF2-40B4-BE49-F238E27FC236}">
                <a16:creationId xmlns:a16="http://schemas.microsoft.com/office/drawing/2014/main" id="{5440B7D6-7685-4F78-8435-EC86D4B109DC}"/>
              </a:ext>
            </a:extLst>
          </p:cNvPr>
          <p:cNvSpPr/>
          <p:nvPr/>
        </p:nvSpPr>
        <p:spPr>
          <a:xfrm rot="16200000">
            <a:off x="2660878" y="1733934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" name="화살표: 아래쪽 275">
            <a:extLst>
              <a:ext uri="{FF2B5EF4-FFF2-40B4-BE49-F238E27FC236}">
                <a16:creationId xmlns:a16="http://schemas.microsoft.com/office/drawing/2014/main" id="{F1192959-7177-4E9C-B854-492F4E9557D2}"/>
              </a:ext>
            </a:extLst>
          </p:cNvPr>
          <p:cNvSpPr/>
          <p:nvPr/>
        </p:nvSpPr>
        <p:spPr>
          <a:xfrm rot="16200000">
            <a:off x="5316267" y="1733935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0153DFB4-F847-4767-B130-EEC8D077CEAA}"/>
              </a:ext>
            </a:extLst>
          </p:cNvPr>
          <p:cNvGrpSpPr/>
          <p:nvPr/>
        </p:nvGrpSpPr>
        <p:grpSpPr>
          <a:xfrm>
            <a:off x="8617960" y="1287443"/>
            <a:ext cx="2702363" cy="1387727"/>
            <a:chOff x="3448835" y="3086100"/>
            <a:chExt cx="5315690" cy="2729732"/>
          </a:xfrm>
        </p:grpSpPr>
        <p:grpSp>
          <p:nvGrpSpPr>
            <p:cNvPr id="279" name="그룹 278">
              <a:extLst>
                <a:ext uri="{FF2B5EF4-FFF2-40B4-BE49-F238E27FC236}">
                  <a16:creationId xmlns:a16="http://schemas.microsoft.com/office/drawing/2014/main" id="{4AEFE45F-A109-4299-AA00-4C3057268D02}"/>
                </a:ext>
              </a:extLst>
            </p:cNvPr>
            <p:cNvGrpSpPr/>
            <p:nvPr/>
          </p:nvGrpSpPr>
          <p:grpSpPr>
            <a:xfrm>
              <a:off x="3448835" y="3086100"/>
              <a:ext cx="5315690" cy="2729732"/>
              <a:chOff x="7322092" y="3061470"/>
              <a:chExt cx="5315690" cy="2729732"/>
            </a:xfrm>
          </p:grpSpPr>
          <p:cxnSp>
            <p:nvCxnSpPr>
              <p:cNvPr id="288" name="직선 화살표 연결선 287">
                <a:extLst>
                  <a:ext uri="{FF2B5EF4-FFF2-40B4-BE49-F238E27FC236}">
                    <a16:creationId xmlns:a16="http://schemas.microsoft.com/office/drawing/2014/main" id="{60EFAA37-1E44-4DB3-ABD0-15BA8D333F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061470"/>
                <a:ext cx="0" cy="27297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직선 화살표 연결선 288">
                <a:extLst>
                  <a:ext uri="{FF2B5EF4-FFF2-40B4-BE49-F238E27FC236}">
                    <a16:creationId xmlns:a16="http://schemas.microsoft.com/office/drawing/2014/main" id="{FB04EAB7-45DA-4C2B-8319-392D4E4C71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직선 화살표 연결선 289">
                <a:extLst>
                  <a:ext uri="{FF2B5EF4-FFF2-40B4-BE49-F238E27FC236}">
                    <a16:creationId xmlns:a16="http://schemas.microsoft.com/office/drawing/2014/main" id="{AF562077-A76C-48AC-B3ED-C3687EE0D2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C5106512-8599-4487-A51D-2DCF27785375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5" name="직선 연결선 284">
              <a:extLst>
                <a:ext uri="{FF2B5EF4-FFF2-40B4-BE49-F238E27FC236}">
                  <a16:creationId xmlns:a16="http://schemas.microsoft.com/office/drawing/2014/main" id="{DFAE0F96-5238-438D-945A-898F9882774A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자유형: 도형 296">
              <a:extLst>
                <a:ext uri="{FF2B5EF4-FFF2-40B4-BE49-F238E27FC236}">
                  <a16:creationId xmlns:a16="http://schemas.microsoft.com/office/drawing/2014/main" id="{D2E01AE9-9F83-4FDF-AE15-B824B766E3A3}"/>
                </a:ext>
              </a:extLst>
            </p:cNvPr>
            <p:cNvSpPr/>
            <p:nvPr/>
          </p:nvSpPr>
          <p:spPr>
            <a:xfrm>
              <a:off x="362435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290637" y="1367741"/>
                    <a:pt x="444143" y="927861"/>
                  </a:cubicBezTo>
                  <a:cubicBezTo>
                    <a:pt x="597649" y="487981"/>
                    <a:pt x="781835" y="290063"/>
                    <a:pt x="1191792" y="140814"/>
                  </a:cubicBezTo>
                  <a:cubicBezTo>
                    <a:pt x="1601749" y="-8435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98" name="직선 연결선 297">
              <a:extLst>
                <a:ext uri="{FF2B5EF4-FFF2-40B4-BE49-F238E27FC236}">
                  <a16:creationId xmlns:a16="http://schemas.microsoft.com/office/drawing/2014/main" id="{692A4815-0FAA-428B-953B-D9FC97DDC6AC}"/>
                </a:ext>
              </a:extLst>
            </p:cNvPr>
            <p:cNvCxnSpPr>
              <a:cxnSpLocks/>
              <a:stCxn id="297" idx="0"/>
            </p:cNvCxnSpPr>
            <p:nvPr/>
          </p:nvCxnSpPr>
          <p:spPr>
            <a:xfrm flipV="1">
              <a:off x="3624357" y="3397428"/>
              <a:ext cx="329808" cy="2255322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1" name="부분 원형 290">
            <a:extLst>
              <a:ext uri="{FF2B5EF4-FFF2-40B4-BE49-F238E27FC236}">
                <a16:creationId xmlns:a16="http://schemas.microsoft.com/office/drawing/2014/main" id="{912D55B4-33D0-4D32-8EF2-987A3652651E}"/>
              </a:ext>
            </a:extLst>
          </p:cNvPr>
          <p:cNvSpPr/>
          <p:nvPr/>
        </p:nvSpPr>
        <p:spPr>
          <a:xfrm>
            <a:off x="3202699" y="1815478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부분 원형 291">
            <a:extLst>
              <a:ext uri="{FF2B5EF4-FFF2-40B4-BE49-F238E27FC236}">
                <a16:creationId xmlns:a16="http://schemas.microsoft.com/office/drawing/2014/main" id="{3C297751-C196-451C-9951-5969649AEBDC}"/>
              </a:ext>
            </a:extLst>
          </p:cNvPr>
          <p:cNvSpPr/>
          <p:nvPr/>
        </p:nvSpPr>
        <p:spPr>
          <a:xfrm>
            <a:off x="4270241" y="1869344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5" name="부분 원형 294">
            <a:extLst>
              <a:ext uri="{FF2B5EF4-FFF2-40B4-BE49-F238E27FC236}">
                <a16:creationId xmlns:a16="http://schemas.microsoft.com/office/drawing/2014/main" id="{8ED6CA31-10E6-4735-B63B-41BCB6D332D5}"/>
              </a:ext>
            </a:extLst>
          </p:cNvPr>
          <p:cNvSpPr/>
          <p:nvPr/>
        </p:nvSpPr>
        <p:spPr>
          <a:xfrm>
            <a:off x="5937623" y="1816064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" name="부분 원형 295">
            <a:extLst>
              <a:ext uri="{FF2B5EF4-FFF2-40B4-BE49-F238E27FC236}">
                <a16:creationId xmlns:a16="http://schemas.microsoft.com/office/drawing/2014/main" id="{C5B63B36-683D-4AF4-B17F-821565341729}"/>
              </a:ext>
            </a:extLst>
          </p:cNvPr>
          <p:cNvSpPr/>
          <p:nvPr/>
        </p:nvSpPr>
        <p:spPr>
          <a:xfrm>
            <a:off x="7050693" y="2143735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18926E14-6C92-4B1F-813E-A150FA571711}"/>
              </a:ext>
            </a:extLst>
          </p:cNvPr>
          <p:cNvSpPr/>
          <p:nvPr/>
        </p:nvSpPr>
        <p:spPr>
          <a:xfrm>
            <a:off x="96000" y="2931569"/>
            <a:ext cx="38635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2: Mass-transfer Limitation </a:t>
            </a:r>
            <a:b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(Early burst effect → Diffusion)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7" name="그룹 686">
            <a:extLst>
              <a:ext uri="{FF2B5EF4-FFF2-40B4-BE49-F238E27FC236}">
                <a16:creationId xmlns:a16="http://schemas.microsoft.com/office/drawing/2014/main" id="{C2B3AEBD-9A42-42AA-ACF9-107BBFF1732B}"/>
              </a:ext>
            </a:extLst>
          </p:cNvPr>
          <p:cNvGrpSpPr/>
          <p:nvPr/>
        </p:nvGrpSpPr>
        <p:grpSpPr>
          <a:xfrm>
            <a:off x="8617960" y="4433901"/>
            <a:ext cx="2702363" cy="1387727"/>
            <a:chOff x="7322092" y="3061470"/>
            <a:chExt cx="5315690" cy="2729732"/>
          </a:xfrm>
        </p:grpSpPr>
        <p:cxnSp>
          <p:nvCxnSpPr>
            <p:cNvPr id="692" name="직선 화살표 연결선 691">
              <a:extLst>
                <a:ext uri="{FF2B5EF4-FFF2-40B4-BE49-F238E27FC236}">
                  <a16:creationId xmlns:a16="http://schemas.microsoft.com/office/drawing/2014/main" id="{79760781-30A3-4AC0-8501-37F81E82C7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5564" y="3061470"/>
              <a:ext cx="0" cy="27297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직선 화살표 연결선 692">
              <a:extLst>
                <a:ext uri="{FF2B5EF4-FFF2-40B4-BE49-F238E27FC236}">
                  <a16:creationId xmlns:a16="http://schemas.microsoft.com/office/drawing/2014/main" id="{083F5EB4-4D18-48BE-BD55-BF0A28A2315B}"/>
                </a:ext>
              </a:extLst>
            </p:cNvPr>
            <p:cNvCxnSpPr>
              <a:cxnSpLocks/>
            </p:cNvCxnSpPr>
            <p:nvPr/>
          </p:nvCxnSpPr>
          <p:spPr>
            <a:xfrm>
              <a:off x="7322092" y="5782491"/>
              <a:ext cx="531569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직선 화살표 연결선 693">
              <a:extLst>
                <a:ext uri="{FF2B5EF4-FFF2-40B4-BE49-F238E27FC236}">
                  <a16:creationId xmlns:a16="http://schemas.microsoft.com/office/drawing/2014/main" id="{AB611A4C-935D-4FD4-985C-EAF370DEC2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4563" y="3566748"/>
              <a:ext cx="5025557" cy="1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8" name="자유형: 도형 687">
            <a:extLst>
              <a:ext uri="{FF2B5EF4-FFF2-40B4-BE49-F238E27FC236}">
                <a16:creationId xmlns:a16="http://schemas.microsoft.com/office/drawing/2014/main" id="{2B640974-B340-4D76-9F17-4FB8E8FD3C20}"/>
              </a:ext>
            </a:extLst>
          </p:cNvPr>
          <p:cNvSpPr/>
          <p:nvPr/>
        </p:nvSpPr>
        <p:spPr>
          <a:xfrm>
            <a:off x="8711177" y="4720080"/>
            <a:ext cx="2478629" cy="1018641"/>
          </a:xfrm>
          <a:custGeom>
            <a:avLst/>
            <a:gdLst>
              <a:gd name="connsiteX0" fmla="*/ 0 w 4127863"/>
              <a:gd name="connsiteY0" fmla="*/ 2394857 h 2394857"/>
              <a:gd name="connsiteX1" fmla="*/ 775063 w 4127863"/>
              <a:gd name="connsiteY1" fmla="*/ 827315 h 2394857"/>
              <a:gd name="connsiteX2" fmla="*/ 2978331 w 4127863"/>
              <a:gd name="connsiteY2" fmla="*/ 148046 h 2394857"/>
              <a:gd name="connsiteX3" fmla="*/ 4127863 w 4127863"/>
              <a:gd name="connsiteY3" fmla="*/ 0 h 2394857"/>
              <a:gd name="connsiteX0" fmla="*/ 0 w 4127863"/>
              <a:gd name="connsiteY0" fmla="*/ 2395092 h 2395092"/>
              <a:gd name="connsiteX1" fmla="*/ 775063 w 4127863"/>
              <a:gd name="connsiteY1" fmla="*/ 827550 h 2395092"/>
              <a:gd name="connsiteX2" fmla="*/ 2827053 w 4127863"/>
              <a:gd name="connsiteY2" fmla="*/ 126589 h 2395092"/>
              <a:gd name="connsiteX3" fmla="*/ 4127863 w 4127863"/>
              <a:gd name="connsiteY3" fmla="*/ 235 h 2395092"/>
              <a:gd name="connsiteX0" fmla="*/ 0 w 4127863"/>
              <a:gd name="connsiteY0" fmla="*/ 2394857 h 2394857"/>
              <a:gd name="connsiteX1" fmla="*/ 775063 w 4127863"/>
              <a:gd name="connsiteY1" fmla="*/ 827315 h 2394857"/>
              <a:gd name="connsiteX2" fmla="*/ 2827053 w 4127863"/>
              <a:gd name="connsiteY2" fmla="*/ 126354 h 2394857"/>
              <a:gd name="connsiteX3" fmla="*/ 4127863 w 4127863"/>
              <a:gd name="connsiteY3" fmla="*/ 0 h 2394857"/>
              <a:gd name="connsiteX0" fmla="*/ 0 w 4127863"/>
              <a:gd name="connsiteY0" fmla="*/ 2394857 h 2394857"/>
              <a:gd name="connsiteX1" fmla="*/ 775063 w 4127863"/>
              <a:gd name="connsiteY1" fmla="*/ 827315 h 2394857"/>
              <a:gd name="connsiteX2" fmla="*/ 2304457 w 4127863"/>
              <a:gd name="connsiteY2" fmla="*/ 213119 h 2394857"/>
              <a:gd name="connsiteX3" fmla="*/ 4127863 w 4127863"/>
              <a:gd name="connsiteY3" fmla="*/ 0 h 2394857"/>
              <a:gd name="connsiteX0" fmla="*/ 0 w 4127863"/>
              <a:gd name="connsiteY0" fmla="*/ 2421447 h 2421447"/>
              <a:gd name="connsiteX1" fmla="*/ 775063 w 4127863"/>
              <a:gd name="connsiteY1" fmla="*/ 853905 h 2421447"/>
              <a:gd name="connsiteX2" fmla="*/ 2304457 w 4127863"/>
              <a:gd name="connsiteY2" fmla="*/ 239709 h 2421447"/>
              <a:gd name="connsiteX3" fmla="*/ 3577760 w 4127863"/>
              <a:gd name="connsiteY3" fmla="*/ 12638 h 2421447"/>
              <a:gd name="connsiteX4" fmla="*/ 4127863 w 4127863"/>
              <a:gd name="connsiteY4" fmla="*/ 26590 h 2421447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2304457 w 4430417"/>
              <a:gd name="connsiteY2" fmla="*/ 321573 h 2503311"/>
              <a:gd name="connsiteX3" fmla="*/ 3577760 w 4430417"/>
              <a:gd name="connsiteY3" fmla="*/ 94502 h 2503311"/>
              <a:gd name="connsiteX4" fmla="*/ 4430417 w 4430417"/>
              <a:gd name="connsiteY4" fmla="*/ 0 h 2503311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2304457 w 4430417"/>
              <a:gd name="connsiteY2" fmla="*/ 321573 h 2503311"/>
              <a:gd name="connsiteX3" fmla="*/ 2903887 w 4430417"/>
              <a:gd name="connsiteY3" fmla="*/ 40274 h 2503311"/>
              <a:gd name="connsiteX4" fmla="*/ 4430417 w 4430417"/>
              <a:gd name="connsiteY4" fmla="*/ 0 h 2503311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1658088 w 4430417"/>
              <a:gd name="connsiteY2" fmla="*/ 267345 h 2503311"/>
              <a:gd name="connsiteX3" fmla="*/ 2903887 w 4430417"/>
              <a:gd name="connsiteY3" fmla="*/ 40274 h 2503311"/>
              <a:gd name="connsiteX4" fmla="*/ 4430417 w 4430417"/>
              <a:gd name="connsiteY4" fmla="*/ 0 h 2503311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1658088 w 4430417"/>
              <a:gd name="connsiteY2" fmla="*/ 267345 h 2503311"/>
              <a:gd name="connsiteX3" fmla="*/ 2903887 w 4430417"/>
              <a:gd name="connsiteY3" fmla="*/ 40274 h 2503311"/>
              <a:gd name="connsiteX4" fmla="*/ 4430417 w 4430417"/>
              <a:gd name="connsiteY4" fmla="*/ 0 h 2503311"/>
              <a:gd name="connsiteX0" fmla="*/ 0 w 7699505"/>
              <a:gd name="connsiteY0" fmla="*/ 2495403 h 2495403"/>
              <a:gd name="connsiteX1" fmla="*/ 775063 w 7699505"/>
              <a:gd name="connsiteY1" fmla="*/ 927861 h 2495403"/>
              <a:gd name="connsiteX2" fmla="*/ 1658088 w 7699505"/>
              <a:gd name="connsiteY2" fmla="*/ 259437 h 2495403"/>
              <a:gd name="connsiteX3" fmla="*/ 2903887 w 7699505"/>
              <a:gd name="connsiteY3" fmla="*/ 32366 h 2495403"/>
              <a:gd name="connsiteX4" fmla="*/ 7699505 w 7699505"/>
              <a:gd name="connsiteY4" fmla="*/ 0 h 249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99505" h="2495403">
                <a:moveTo>
                  <a:pt x="0" y="2495403"/>
                </a:moveTo>
                <a:cubicBezTo>
                  <a:pt x="139337" y="1898866"/>
                  <a:pt x="498715" y="1300522"/>
                  <a:pt x="775063" y="927861"/>
                </a:cubicBezTo>
                <a:cubicBezTo>
                  <a:pt x="1051411" y="555200"/>
                  <a:pt x="1303284" y="408686"/>
                  <a:pt x="1658088" y="259437"/>
                </a:cubicBezTo>
                <a:cubicBezTo>
                  <a:pt x="2012892" y="110188"/>
                  <a:pt x="2598024" y="40436"/>
                  <a:pt x="2903887" y="32366"/>
                </a:cubicBezTo>
                <a:cubicBezTo>
                  <a:pt x="3412730" y="18941"/>
                  <a:pt x="7190662" y="13425"/>
                  <a:pt x="7699505" y="0"/>
                </a:cubicBezTo>
              </a:path>
            </a:pathLst>
          </a:cu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9" name="직선 연결선 688">
            <a:extLst>
              <a:ext uri="{FF2B5EF4-FFF2-40B4-BE49-F238E27FC236}">
                <a16:creationId xmlns:a16="http://schemas.microsoft.com/office/drawing/2014/main" id="{1F2BE1F8-4693-40F6-9364-90C714086E71}"/>
              </a:ext>
            </a:extLst>
          </p:cNvPr>
          <p:cNvCxnSpPr/>
          <p:nvPr/>
        </p:nvCxnSpPr>
        <p:spPr>
          <a:xfrm flipV="1">
            <a:off x="8709956" y="4561737"/>
            <a:ext cx="289176" cy="1162724"/>
          </a:xfrm>
          <a:prstGeom prst="line">
            <a:avLst/>
          </a:prstGeom>
          <a:ln w="28575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5" name="그룹 694">
            <a:extLst>
              <a:ext uri="{FF2B5EF4-FFF2-40B4-BE49-F238E27FC236}">
                <a16:creationId xmlns:a16="http://schemas.microsoft.com/office/drawing/2014/main" id="{CD3AA1C8-7F68-406C-B772-11B9760C4F68}"/>
              </a:ext>
            </a:extLst>
          </p:cNvPr>
          <p:cNvGrpSpPr/>
          <p:nvPr/>
        </p:nvGrpSpPr>
        <p:grpSpPr>
          <a:xfrm>
            <a:off x="4781745" y="4433901"/>
            <a:ext cx="2702363" cy="1387727"/>
            <a:chOff x="3448835" y="3086100"/>
            <a:chExt cx="5315690" cy="2729732"/>
          </a:xfrm>
        </p:grpSpPr>
        <p:grpSp>
          <p:nvGrpSpPr>
            <p:cNvPr id="696" name="그룹 695">
              <a:extLst>
                <a:ext uri="{FF2B5EF4-FFF2-40B4-BE49-F238E27FC236}">
                  <a16:creationId xmlns:a16="http://schemas.microsoft.com/office/drawing/2014/main" id="{8842A394-878D-4636-88AA-A839CDC39A64}"/>
                </a:ext>
              </a:extLst>
            </p:cNvPr>
            <p:cNvGrpSpPr/>
            <p:nvPr/>
          </p:nvGrpSpPr>
          <p:grpSpPr>
            <a:xfrm>
              <a:off x="3448835" y="3086100"/>
              <a:ext cx="5315690" cy="2729732"/>
              <a:chOff x="7322092" y="3061470"/>
              <a:chExt cx="5315690" cy="2729732"/>
            </a:xfrm>
          </p:grpSpPr>
          <p:cxnSp>
            <p:nvCxnSpPr>
              <p:cNvPr id="701" name="직선 화살표 연결선 700">
                <a:extLst>
                  <a:ext uri="{FF2B5EF4-FFF2-40B4-BE49-F238E27FC236}">
                    <a16:creationId xmlns:a16="http://schemas.microsoft.com/office/drawing/2014/main" id="{0D6B3831-0952-421B-80C3-183FDF143D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061470"/>
                <a:ext cx="0" cy="27297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2" name="직선 화살표 연결선 701">
                <a:extLst>
                  <a:ext uri="{FF2B5EF4-FFF2-40B4-BE49-F238E27FC236}">
                    <a16:creationId xmlns:a16="http://schemas.microsoft.com/office/drawing/2014/main" id="{A7915F26-A118-4DDE-BDCB-7230E46DD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3" name="직선 화살표 연결선 702">
                <a:extLst>
                  <a:ext uri="{FF2B5EF4-FFF2-40B4-BE49-F238E27FC236}">
                    <a16:creationId xmlns:a16="http://schemas.microsoft.com/office/drawing/2014/main" id="{E47E8D0C-0FC2-414C-AC28-D2475869FB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7" name="자유형: 도형 696">
              <a:extLst>
                <a:ext uri="{FF2B5EF4-FFF2-40B4-BE49-F238E27FC236}">
                  <a16:creationId xmlns:a16="http://schemas.microsoft.com/office/drawing/2014/main" id="{2545A48E-747E-46AA-BCB6-BD43A6BA39C7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98" name="직선 연결선 697">
              <a:extLst>
                <a:ext uri="{FF2B5EF4-FFF2-40B4-BE49-F238E27FC236}">
                  <a16:creationId xmlns:a16="http://schemas.microsoft.com/office/drawing/2014/main" id="{86D5BA16-2792-4725-870B-9EA77241A679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9" name="자유형: 도형 698">
              <a:extLst>
                <a:ext uri="{FF2B5EF4-FFF2-40B4-BE49-F238E27FC236}">
                  <a16:creationId xmlns:a16="http://schemas.microsoft.com/office/drawing/2014/main" id="{7DC33C83-A751-4ACB-AC91-DCCC8D674D12}"/>
                </a:ext>
              </a:extLst>
            </p:cNvPr>
            <p:cNvSpPr/>
            <p:nvPr/>
          </p:nvSpPr>
          <p:spPr>
            <a:xfrm>
              <a:off x="362435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290637" y="1367741"/>
                    <a:pt x="444143" y="927861"/>
                  </a:cubicBezTo>
                  <a:cubicBezTo>
                    <a:pt x="597649" y="487981"/>
                    <a:pt x="781835" y="290063"/>
                    <a:pt x="1191792" y="140814"/>
                  </a:cubicBezTo>
                  <a:cubicBezTo>
                    <a:pt x="1601749" y="-8435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00" name="직선 연결선 699">
              <a:extLst>
                <a:ext uri="{FF2B5EF4-FFF2-40B4-BE49-F238E27FC236}">
                  <a16:creationId xmlns:a16="http://schemas.microsoft.com/office/drawing/2014/main" id="{5AE5613A-C78B-4B05-907C-249CA30120FB}"/>
                </a:ext>
              </a:extLst>
            </p:cNvPr>
            <p:cNvCxnSpPr>
              <a:cxnSpLocks/>
              <a:stCxn id="699" idx="0"/>
            </p:cNvCxnSpPr>
            <p:nvPr/>
          </p:nvCxnSpPr>
          <p:spPr>
            <a:xfrm flipV="1">
              <a:off x="3624357" y="3397428"/>
              <a:ext cx="329808" cy="2255322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4" name="화살표: 아래쪽 703">
            <a:extLst>
              <a:ext uri="{FF2B5EF4-FFF2-40B4-BE49-F238E27FC236}">
                <a16:creationId xmlns:a16="http://schemas.microsoft.com/office/drawing/2014/main" id="{603321E3-F55B-4DBD-B1ED-6DB9D521BC1D}"/>
              </a:ext>
            </a:extLst>
          </p:cNvPr>
          <p:cNvSpPr/>
          <p:nvPr/>
        </p:nvSpPr>
        <p:spPr>
          <a:xfrm rot="16200000">
            <a:off x="7829450" y="5095736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5" name="직사각형 704">
            <a:extLst>
              <a:ext uri="{FF2B5EF4-FFF2-40B4-BE49-F238E27FC236}">
                <a16:creationId xmlns:a16="http://schemas.microsoft.com/office/drawing/2014/main" id="{E38EE93D-06C9-4CB8-B337-6D493D37069F}"/>
              </a:ext>
            </a:extLst>
          </p:cNvPr>
          <p:cNvSpPr/>
          <p:nvPr/>
        </p:nvSpPr>
        <p:spPr>
          <a:xfrm>
            <a:off x="7484108" y="4873446"/>
            <a:ext cx="85151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convection</a:t>
            </a:r>
            <a:endParaRPr lang="ko-KR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87C5A96-83B9-4872-99D6-9877CCF09241}"/>
              </a:ext>
            </a:extLst>
          </p:cNvPr>
          <p:cNvCxnSpPr/>
          <p:nvPr/>
        </p:nvCxnSpPr>
        <p:spPr>
          <a:xfrm>
            <a:off x="8874857" y="4831966"/>
            <a:ext cx="27421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258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4633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3: Enzyme deactivation/adsorption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694632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– Hypothesis (Hydrogel</a:t>
            </a:r>
            <a:r>
              <a:rPr lang="ko-KR" alt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Non-immobilization)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E3E8061-BB51-496A-88C0-595CD0E94F69}"/>
              </a:ext>
            </a:extLst>
          </p:cNvPr>
          <p:cNvGrpSpPr/>
          <p:nvPr/>
        </p:nvGrpSpPr>
        <p:grpSpPr>
          <a:xfrm>
            <a:off x="350508" y="1600979"/>
            <a:ext cx="5225305" cy="1701199"/>
            <a:chOff x="883596" y="1360580"/>
            <a:chExt cx="5225305" cy="1701199"/>
          </a:xfrm>
        </p:grpSpPr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9258B9A7-EF1E-4039-AA76-6670C7209FBC}"/>
                </a:ext>
              </a:extLst>
            </p:cNvPr>
            <p:cNvGrpSpPr/>
            <p:nvPr/>
          </p:nvGrpSpPr>
          <p:grpSpPr>
            <a:xfrm>
              <a:off x="3760714" y="1360580"/>
              <a:ext cx="2348187" cy="1701199"/>
              <a:chOff x="6244079" y="1277198"/>
              <a:chExt cx="2348187" cy="1701199"/>
            </a:xfrm>
          </p:grpSpPr>
          <p:pic>
            <p:nvPicPr>
              <p:cNvPr id="222" name="그림 221">
                <a:extLst>
                  <a:ext uri="{FF2B5EF4-FFF2-40B4-BE49-F238E27FC236}">
                    <a16:creationId xmlns:a16="http://schemas.microsoft.com/office/drawing/2014/main" id="{027386FF-AF0A-4DA7-9745-02813C6B95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4079" y="1277198"/>
                <a:ext cx="2348187" cy="1701199"/>
              </a:xfrm>
              <a:prstGeom prst="rect">
                <a:avLst/>
              </a:prstGeom>
            </p:spPr>
          </p:pic>
          <p:grpSp>
            <p:nvGrpSpPr>
              <p:cNvPr id="223" name="그룹 222">
                <a:extLst>
                  <a:ext uri="{FF2B5EF4-FFF2-40B4-BE49-F238E27FC236}">
                    <a16:creationId xmlns:a16="http://schemas.microsoft.com/office/drawing/2014/main" id="{FD20C405-86BE-4C54-8BA6-509261CD6305}"/>
                  </a:ext>
                </a:extLst>
              </p:cNvPr>
              <p:cNvGrpSpPr/>
              <p:nvPr/>
            </p:nvGrpSpPr>
            <p:grpSpPr>
              <a:xfrm rot="8100000">
                <a:off x="6775554" y="1712307"/>
                <a:ext cx="227434" cy="209780"/>
                <a:chOff x="3984021" y="1132618"/>
                <a:chExt cx="741250" cy="683712"/>
              </a:xfrm>
            </p:grpSpPr>
            <p:sp>
              <p:nvSpPr>
                <p:cNvPr id="313" name="직사각형 312">
                  <a:extLst>
                    <a:ext uri="{FF2B5EF4-FFF2-40B4-BE49-F238E27FC236}">
                      <a16:creationId xmlns:a16="http://schemas.microsoft.com/office/drawing/2014/main" id="{54DE23C8-18A8-47FC-9515-5E415636E25D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4" name="타원 313">
                  <a:extLst>
                    <a:ext uri="{FF2B5EF4-FFF2-40B4-BE49-F238E27FC236}">
                      <a16:creationId xmlns:a16="http://schemas.microsoft.com/office/drawing/2014/main" id="{CEAA1811-BECE-4582-AB58-C59C60374E63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5" name="화살표: 오각형 314">
                  <a:extLst>
                    <a:ext uri="{FF2B5EF4-FFF2-40B4-BE49-F238E27FC236}">
                      <a16:creationId xmlns:a16="http://schemas.microsoft.com/office/drawing/2014/main" id="{40CB9572-88B9-4C12-AF17-5CEB0ED6E1D3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30" name="부분 원형 229">
                <a:extLst>
                  <a:ext uri="{FF2B5EF4-FFF2-40B4-BE49-F238E27FC236}">
                    <a16:creationId xmlns:a16="http://schemas.microsoft.com/office/drawing/2014/main" id="{40D23D33-F85E-40F0-AB30-4C072A58062F}"/>
                  </a:ext>
                </a:extLst>
              </p:cNvPr>
              <p:cNvSpPr/>
              <p:nvPr/>
            </p:nvSpPr>
            <p:spPr>
              <a:xfrm>
                <a:off x="6682505" y="1766178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1" name="그룹 230">
                <a:extLst>
                  <a:ext uri="{FF2B5EF4-FFF2-40B4-BE49-F238E27FC236}">
                    <a16:creationId xmlns:a16="http://schemas.microsoft.com/office/drawing/2014/main" id="{6BA38A8A-E36A-4E25-8859-6E502D936CED}"/>
                  </a:ext>
                </a:extLst>
              </p:cNvPr>
              <p:cNvGrpSpPr/>
              <p:nvPr/>
            </p:nvGrpSpPr>
            <p:grpSpPr>
              <a:xfrm rot="15300000">
                <a:off x="6559010" y="2041154"/>
                <a:ext cx="320483" cy="219700"/>
                <a:chOff x="6559010" y="4159152"/>
                <a:chExt cx="320483" cy="219700"/>
              </a:xfrm>
            </p:grpSpPr>
            <p:grpSp>
              <p:nvGrpSpPr>
                <p:cNvPr id="308" name="그룹 307">
                  <a:extLst>
                    <a:ext uri="{FF2B5EF4-FFF2-40B4-BE49-F238E27FC236}">
                      <a16:creationId xmlns:a16="http://schemas.microsoft.com/office/drawing/2014/main" id="{F659FE9D-33B1-4BB2-96CF-570E3F6DAB8C}"/>
                    </a:ext>
                  </a:extLst>
                </p:cNvPr>
                <p:cNvGrpSpPr/>
                <p:nvPr/>
              </p:nvGrpSpPr>
              <p:grpSpPr>
                <a:xfrm rot="8100000">
                  <a:off x="6652059" y="4159152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10" name="직사각형 309">
                    <a:extLst>
                      <a:ext uri="{FF2B5EF4-FFF2-40B4-BE49-F238E27FC236}">
                        <a16:creationId xmlns:a16="http://schemas.microsoft.com/office/drawing/2014/main" id="{6724737B-E715-4151-B8CE-8A4FE90BD4AC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1" name="타원 310">
                    <a:extLst>
                      <a:ext uri="{FF2B5EF4-FFF2-40B4-BE49-F238E27FC236}">
                        <a16:creationId xmlns:a16="http://schemas.microsoft.com/office/drawing/2014/main" id="{E1F2EC22-9164-456E-91F9-E7587ABA3CBB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2" name="화살표: 오각형 311">
                    <a:extLst>
                      <a:ext uri="{FF2B5EF4-FFF2-40B4-BE49-F238E27FC236}">
                        <a16:creationId xmlns:a16="http://schemas.microsoft.com/office/drawing/2014/main" id="{BAF46AD7-F532-49F1-B8AC-98A7AE301DFC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09" name="부분 원형 308">
                  <a:extLst>
                    <a:ext uri="{FF2B5EF4-FFF2-40B4-BE49-F238E27FC236}">
                      <a16:creationId xmlns:a16="http://schemas.microsoft.com/office/drawing/2014/main" id="{8B44AB19-47E0-41A9-8AFB-6BE31158458C}"/>
                    </a:ext>
                  </a:extLst>
                </p:cNvPr>
                <p:cNvSpPr/>
                <p:nvPr/>
              </p:nvSpPr>
              <p:spPr>
                <a:xfrm>
                  <a:off x="6559010" y="4213023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3" name="그룹 232">
                <a:extLst>
                  <a:ext uri="{FF2B5EF4-FFF2-40B4-BE49-F238E27FC236}">
                    <a16:creationId xmlns:a16="http://schemas.microsoft.com/office/drawing/2014/main" id="{BDCB84E0-DFF5-49D6-A127-6E83A40BB84C}"/>
                  </a:ext>
                </a:extLst>
              </p:cNvPr>
              <p:cNvGrpSpPr/>
              <p:nvPr/>
            </p:nvGrpSpPr>
            <p:grpSpPr>
              <a:xfrm rot="14400000">
                <a:off x="7471444" y="1800259"/>
                <a:ext cx="320483" cy="219700"/>
                <a:chOff x="7471444" y="3918257"/>
                <a:chExt cx="320483" cy="219700"/>
              </a:xfrm>
            </p:grpSpPr>
            <p:grpSp>
              <p:nvGrpSpPr>
                <p:cNvPr id="303" name="그룹 302">
                  <a:extLst>
                    <a:ext uri="{FF2B5EF4-FFF2-40B4-BE49-F238E27FC236}">
                      <a16:creationId xmlns:a16="http://schemas.microsoft.com/office/drawing/2014/main" id="{F8CA58D3-CC2B-44AD-B73C-8B3D08F13FAA}"/>
                    </a:ext>
                  </a:extLst>
                </p:cNvPr>
                <p:cNvGrpSpPr/>
                <p:nvPr/>
              </p:nvGrpSpPr>
              <p:grpSpPr>
                <a:xfrm rot="8100000">
                  <a:off x="7564493" y="3918257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05" name="직사각형 304">
                    <a:extLst>
                      <a:ext uri="{FF2B5EF4-FFF2-40B4-BE49-F238E27FC236}">
                        <a16:creationId xmlns:a16="http://schemas.microsoft.com/office/drawing/2014/main" id="{EF17D25A-7653-4632-92B0-F49863881BE9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6" name="타원 305">
                    <a:extLst>
                      <a:ext uri="{FF2B5EF4-FFF2-40B4-BE49-F238E27FC236}">
                        <a16:creationId xmlns:a16="http://schemas.microsoft.com/office/drawing/2014/main" id="{7994C903-472A-41A5-BAB3-4109E0D951AC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7" name="화살표: 오각형 306">
                    <a:extLst>
                      <a:ext uri="{FF2B5EF4-FFF2-40B4-BE49-F238E27FC236}">
                        <a16:creationId xmlns:a16="http://schemas.microsoft.com/office/drawing/2014/main" id="{8BEC45AE-7D6D-4FD2-93E5-531385EBD494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04" name="부분 원형 303">
                  <a:extLst>
                    <a:ext uri="{FF2B5EF4-FFF2-40B4-BE49-F238E27FC236}">
                      <a16:creationId xmlns:a16="http://schemas.microsoft.com/office/drawing/2014/main" id="{51F29305-C416-406A-81FE-ACF702AC5C18}"/>
                    </a:ext>
                  </a:extLst>
                </p:cNvPr>
                <p:cNvSpPr/>
                <p:nvPr/>
              </p:nvSpPr>
              <p:spPr>
                <a:xfrm>
                  <a:off x="7471444" y="3972128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5" name="그룹 234">
                <a:extLst>
                  <a:ext uri="{FF2B5EF4-FFF2-40B4-BE49-F238E27FC236}">
                    <a16:creationId xmlns:a16="http://schemas.microsoft.com/office/drawing/2014/main" id="{344DF6B7-BFCC-4926-9E5E-990773DFE05D}"/>
                  </a:ext>
                </a:extLst>
              </p:cNvPr>
              <p:cNvGrpSpPr/>
              <p:nvPr/>
            </p:nvGrpSpPr>
            <p:grpSpPr>
              <a:xfrm rot="8100000">
                <a:off x="7357726" y="2168254"/>
                <a:ext cx="227434" cy="209780"/>
                <a:chOff x="3984021" y="1132618"/>
                <a:chExt cx="741250" cy="683712"/>
              </a:xfrm>
            </p:grpSpPr>
            <p:sp>
              <p:nvSpPr>
                <p:cNvPr id="300" name="직사각형 299">
                  <a:extLst>
                    <a:ext uri="{FF2B5EF4-FFF2-40B4-BE49-F238E27FC236}">
                      <a16:creationId xmlns:a16="http://schemas.microsoft.com/office/drawing/2014/main" id="{0A1C3947-8C1B-42CA-9203-70084676AA8D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1" name="타원 300">
                  <a:extLst>
                    <a:ext uri="{FF2B5EF4-FFF2-40B4-BE49-F238E27FC236}">
                      <a16:creationId xmlns:a16="http://schemas.microsoft.com/office/drawing/2014/main" id="{05FEE815-4B24-486A-9EDB-29DFD837ECFB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2" name="화살표: 오각형 301">
                  <a:extLst>
                    <a:ext uri="{FF2B5EF4-FFF2-40B4-BE49-F238E27FC236}">
                      <a16:creationId xmlns:a16="http://schemas.microsoft.com/office/drawing/2014/main" id="{CD8D9C42-2B8D-4C9B-B876-54B85CD34374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36" name="부분 원형 235">
                <a:extLst>
                  <a:ext uri="{FF2B5EF4-FFF2-40B4-BE49-F238E27FC236}">
                    <a16:creationId xmlns:a16="http://schemas.microsoft.com/office/drawing/2014/main" id="{D9A6EDD2-0E9C-4345-8D30-67D35C98F291}"/>
                  </a:ext>
                </a:extLst>
              </p:cNvPr>
              <p:cNvSpPr/>
              <p:nvPr/>
            </p:nvSpPr>
            <p:spPr>
              <a:xfrm>
                <a:off x="7264677" y="2222125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9" name="부분 원형 238">
                <a:extLst>
                  <a:ext uri="{FF2B5EF4-FFF2-40B4-BE49-F238E27FC236}">
                    <a16:creationId xmlns:a16="http://schemas.microsoft.com/office/drawing/2014/main" id="{116098CD-5340-4A9B-A3D6-4541D109BF12}"/>
                  </a:ext>
                </a:extLst>
              </p:cNvPr>
              <p:cNvSpPr/>
              <p:nvPr/>
            </p:nvSpPr>
            <p:spPr>
              <a:xfrm>
                <a:off x="7123235" y="1898781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41" name="그룹 240">
                <a:extLst>
                  <a:ext uri="{FF2B5EF4-FFF2-40B4-BE49-F238E27FC236}">
                    <a16:creationId xmlns:a16="http://schemas.microsoft.com/office/drawing/2014/main" id="{B93AE6E6-8CD6-444C-B2FB-6721DF02BF0B}"/>
                  </a:ext>
                </a:extLst>
              </p:cNvPr>
              <p:cNvGrpSpPr/>
              <p:nvPr/>
            </p:nvGrpSpPr>
            <p:grpSpPr>
              <a:xfrm>
                <a:off x="7206149" y="1543256"/>
                <a:ext cx="232835" cy="209780"/>
                <a:chOff x="10380089" y="3275696"/>
                <a:chExt cx="232835" cy="209780"/>
              </a:xfrm>
            </p:grpSpPr>
            <p:sp>
              <p:nvSpPr>
                <p:cNvPr id="297" name="직사각형 296">
                  <a:extLst>
                    <a:ext uri="{FF2B5EF4-FFF2-40B4-BE49-F238E27FC236}">
                      <a16:creationId xmlns:a16="http://schemas.microsoft.com/office/drawing/2014/main" id="{4C055507-4331-484B-ABAE-A946581CE532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8" name="별: 꼭짓점 5개 297">
                  <a:extLst>
                    <a:ext uri="{FF2B5EF4-FFF2-40B4-BE49-F238E27FC236}">
                      <a16:creationId xmlns:a16="http://schemas.microsoft.com/office/drawing/2014/main" id="{4BE752DE-B737-471A-B74D-1A40711EB10F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9" name="자유형: 도형 298">
                  <a:extLst>
                    <a:ext uri="{FF2B5EF4-FFF2-40B4-BE49-F238E27FC236}">
                      <a16:creationId xmlns:a16="http://schemas.microsoft.com/office/drawing/2014/main" id="{F6301C76-FE11-4303-A131-5229498FAF14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2" name="그룹 241">
                <a:extLst>
                  <a:ext uri="{FF2B5EF4-FFF2-40B4-BE49-F238E27FC236}">
                    <a16:creationId xmlns:a16="http://schemas.microsoft.com/office/drawing/2014/main" id="{C02D651F-03CA-440A-AFBF-FE9FC2935712}"/>
                  </a:ext>
                </a:extLst>
              </p:cNvPr>
              <p:cNvGrpSpPr/>
              <p:nvPr/>
            </p:nvGrpSpPr>
            <p:grpSpPr>
              <a:xfrm>
                <a:off x="7895881" y="1842117"/>
                <a:ext cx="232835" cy="209780"/>
                <a:chOff x="10380089" y="3275696"/>
                <a:chExt cx="232835" cy="209780"/>
              </a:xfrm>
            </p:grpSpPr>
            <p:sp>
              <p:nvSpPr>
                <p:cNvPr id="253" name="직사각형 252">
                  <a:extLst>
                    <a:ext uri="{FF2B5EF4-FFF2-40B4-BE49-F238E27FC236}">
                      <a16:creationId xmlns:a16="http://schemas.microsoft.com/office/drawing/2014/main" id="{0F19547A-CE91-4BC7-B4E5-4639FE652178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5" name="별: 꼭짓점 5개 294">
                  <a:extLst>
                    <a:ext uri="{FF2B5EF4-FFF2-40B4-BE49-F238E27FC236}">
                      <a16:creationId xmlns:a16="http://schemas.microsoft.com/office/drawing/2014/main" id="{74E41F70-0DEC-4A11-89F4-F041587BADA2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6" name="자유형: 도형 295">
                  <a:extLst>
                    <a:ext uri="{FF2B5EF4-FFF2-40B4-BE49-F238E27FC236}">
                      <a16:creationId xmlns:a16="http://schemas.microsoft.com/office/drawing/2014/main" id="{7A464191-FD95-4C54-88BB-1C0AF203B741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4" name="그룹 243">
                <a:extLst>
                  <a:ext uri="{FF2B5EF4-FFF2-40B4-BE49-F238E27FC236}">
                    <a16:creationId xmlns:a16="http://schemas.microsoft.com/office/drawing/2014/main" id="{4C0EA793-1960-4DA7-B3BB-98D3FC51377A}"/>
                  </a:ext>
                </a:extLst>
              </p:cNvPr>
              <p:cNvGrpSpPr/>
              <p:nvPr/>
            </p:nvGrpSpPr>
            <p:grpSpPr>
              <a:xfrm>
                <a:off x="6882314" y="2206487"/>
                <a:ext cx="232835" cy="209780"/>
                <a:chOff x="10380089" y="3275696"/>
                <a:chExt cx="232835" cy="209780"/>
              </a:xfrm>
            </p:grpSpPr>
            <p:sp>
              <p:nvSpPr>
                <p:cNvPr id="249" name="직사각형 248">
                  <a:extLst>
                    <a:ext uri="{FF2B5EF4-FFF2-40B4-BE49-F238E27FC236}">
                      <a16:creationId xmlns:a16="http://schemas.microsoft.com/office/drawing/2014/main" id="{D507F3C5-AB5E-46A4-9F0C-28CBD47918A9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0" name="별: 꼭짓점 5개 249">
                  <a:extLst>
                    <a:ext uri="{FF2B5EF4-FFF2-40B4-BE49-F238E27FC236}">
                      <a16:creationId xmlns:a16="http://schemas.microsoft.com/office/drawing/2014/main" id="{38A9B9C3-0A81-4401-9656-F3FF24770E83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2" name="자유형: 도형 251">
                  <a:extLst>
                    <a:ext uri="{FF2B5EF4-FFF2-40B4-BE49-F238E27FC236}">
                      <a16:creationId xmlns:a16="http://schemas.microsoft.com/office/drawing/2014/main" id="{B630EA71-61BA-46AE-9A1A-01872FA7320C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5" name="그룹 244">
                <a:extLst>
                  <a:ext uri="{FF2B5EF4-FFF2-40B4-BE49-F238E27FC236}">
                    <a16:creationId xmlns:a16="http://schemas.microsoft.com/office/drawing/2014/main" id="{21D86C0C-DAD5-4A19-8D83-46E4B4811647}"/>
                  </a:ext>
                </a:extLst>
              </p:cNvPr>
              <p:cNvGrpSpPr/>
              <p:nvPr/>
            </p:nvGrpSpPr>
            <p:grpSpPr>
              <a:xfrm>
                <a:off x="7709646" y="2135467"/>
                <a:ext cx="232835" cy="209780"/>
                <a:chOff x="10380089" y="3275696"/>
                <a:chExt cx="232835" cy="209780"/>
              </a:xfrm>
            </p:grpSpPr>
            <p:sp>
              <p:nvSpPr>
                <p:cNvPr id="246" name="직사각형 245">
                  <a:extLst>
                    <a:ext uri="{FF2B5EF4-FFF2-40B4-BE49-F238E27FC236}">
                      <a16:creationId xmlns:a16="http://schemas.microsoft.com/office/drawing/2014/main" id="{86095BAE-FE2A-4022-9274-31B7ED6D8A37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7" name="별: 꼭짓점 5개 246">
                  <a:extLst>
                    <a:ext uri="{FF2B5EF4-FFF2-40B4-BE49-F238E27FC236}">
                      <a16:creationId xmlns:a16="http://schemas.microsoft.com/office/drawing/2014/main" id="{B125BB53-1B2C-4ACE-8E0C-EABFE04C6DBC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8" name="자유형: 도형 247">
                  <a:extLst>
                    <a:ext uri="{FF2B5EF4-FFF2-40B4-BE49-F238E27FC236}">
                      <a16:creationId xmlns:a16="http://schemas.microsoft.com/office/drawing/2014/main" id="{576797FF-25EB-41A4-AACE-FC314CAFED1E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pic>
          <p:nvPicPr>
            <p:cNvPr id="316" name="그림 315">
              <a:extLst>
                <a:ext uri="{FF2B5EF4-FFF2-40B4-BE49-F238E27FC236}">
                  <a16:creationId xmlns:a16="http://schemas.microsoft.com/office/drawing/2014/main" id="{70839486-4A1D-4736-A6FB-C82568BE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3596" y="1360580"/>
              <a:ext cx="2348187" cy="1701199"/>
            </a:xfrm>
            <a:prstGeom prst="rect">
              <a:avLst/>
            </a:prstGeom>
          </p:spPr>
        </p:pic>
        <p:grpSp>
          <p:nvGrpSpPr>
            <p:cNvPr id="317" name="그룹 316">
              <a:extLst>
                <a:ext uri="{FF2B5EF4-FFF2-40B4-BE49-F238E27FC236}">
                  <a16:creationId xmlns:a16="http://schemas.microsoft.com/office/drawing/2014/main" id="{3DEF5AE7-D763-4277-847D-194669F9F7B9}"/>
                </a:ext>
              </a:extLst>
            </p:cNvPr>
            <p:cNvGrpSpPr/>
            <p:nvPr/>
          </p:nvGrpSpPr>
          <p:grpSpPr>
            <a:xfrm>
              <a:off x="1350092" y="2080600"/>
              <a:ext cx="383413" cy="209780"/>
              <a:chOff x="3984021" y="1132618"/>
              <a:chExt cx="1249614" cy="683712"/>
            </a:xfrm>
          </p:grpSpPr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0CC43498-2A23-433F-A358-358875D5152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CD5A9844-6198-406A-8662-3B402918E9F5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" name="타원 319">
                <a:extLst>
                  <a:ext uri="{FF2B5EF4-FFF2-40B4-BE49-F238E27FC236}">
                    <a16:creationId xmlns:a16="http://schemas.microsoft.com/office/drawing/2014/main" id="{486A1803-8738-44A2-9991-890B52E0D826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1" name="별: 꼭짓점 5개 320">
                <a:extLst>
                  <a:ext uri="{FF2B5EF4-FFF2-40B4-BE49-F238E27FC236}">
                    <a16:creationId xmlns:a16="http://schemas.microsoft.com/office/drawing/2014/main" id="{75F28239-1B79-4215-AF24-203AF97F417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15D42891-227F-4B49-A17C-FBB17E5DDD8C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3" name="화살표: 오각형 322">
                <a:extLst>
                  <a:ext uri="{FF2B5EF4-FFF2-40B4-BE49-F238E27FC236}">
                    <a16:creationId xmlns:a16="http://schemas.microsoft.com/office/drawing/2014/main" id="{59D7CA92-B8FC-4CBB-A5F3-79A63EEC10B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4" name="부분 원형 323">
              <a:extLst>
                <a:ext uri="{FF2B5EF4-FFF2-40B4-BE49-F238E27FC236}">
                  <a16:creationId xmlns:a16="http://schemas.microsoft.com/office/drawing/2014/main" id="{2B1C3005-E9B4-4CF1-B5F4-AE9FAD13F0C6}"/>
                </a:ext>
              </a:extLst>
            </p:cNvPr>
            <p:cNvSpPr/>
            <p:nvPr/>
          </p:nvSpPr>
          <p:spPr>
            <a:xfrm>
              <a:off x="1322022" y="1835813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부분 원형 324">
              <a:extLst>
                <a:ext uri="{FF2B5EF4-FFF2-40B4-BE49-F238E27FC236}">
                  <a16:creationId xmlns:a16="http://schemas.microsoft.com/office/drawing/2014/main" id="{C35C96B8-14EF-459C-BC96-84E8694ABD8D}"/>
                </a:ext>
              </a:extLst>
            </p:cNvPr>
            <p:cNvSpPr/>
            <p:nvPr/>
          </p:nvSpPr>
          <p:spPr>
            <a:xfrm>
              <a:off x="1536034" y="2340938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부분 원형 325">
              <a:extLst>
                <a:ext uri="{FF2B5EF4-FFF2-40B4-BE49-F238E27FC236}">
                  <a16:creationId xmlns:a16="http://schemas.microsoft.com/office/drawing/2014/main" id="{40FD771E-0DC4-4B5D-AAC5-6F6D66C59E65}"/>
                </a:ext>
              </a:extLst>
            </p:cNvPr>
            <p:cNvSpPr/>
            <p:nvPr/>
          </p:nvSpPr>
          <p:spPr>
            <a:xfrm>
              <a:off x="1946090" y="1984448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부분 원형 326">
              <a:extLst>
                <a:ext uri="{FF2B5EF4-FFF2-40B4-BE49-F238E27FC236}">
                  <a16:creationId xmlns:a16="http://schemas.microsoft.com/office/drawing/2014/main" id="{F89F385E-6A56-48A3-A120-9E3A22E84E8E}"/>
                </a:ext>
              </a:extLst>
            </p:cNvPr>
            <p:cNvSpPr/>
            <p:nvPr/>
          </p:nvSpPr>
          <p:spPr>
            <a:xfrm>
              <a:off x="2486759" y="224368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8" name="부분 원형 327">
              <a:extLst>
                <a:ext uri="{FF2B5EF4-FFF2-40B4-BE49-F238E27FC236}">
                  <a16:creationId xmlns:a16="http://schemas.microsoft.com/office/drawing/2014/main" id="{7CBB44DA-8EB2-4DF6-86AC-47F7978BDBBC}"/>
                </a:ext>
              </a:extLst>
            </p:cNvPr>
            <p:cNvSpPr/>
            <p:nvPr/>
          </p:nvSpPr>
          <p:spPr>
            <a:xfrm>
              <a:off x="2235127" y="1739151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9" name="그룹 328">
              <a:extLst>
                <a:ext uri="{FF2B5EF4-FFF2-40B4-BE49-F238E27FC236}">
                  <a16:creationId xmlns:a16="http://schemas.microsoft.com/office/drawing/2014/main" id="{6A19E8C3-DF56-4ECF-BBBD-BDA1B6CDB821}"/>
                </a:ext>
              </a:extLst>
            </p:cNvPr>
            <p:cNvGrpSpPr/>
            <p:nvPr/>
          </p:nvGrpSpPr>
          <p:grpSpPr>
            <a:xfrm>
              <a:off x="2414865" y="1930507"/>
              <a:ext cx="383413" cy="209780"/>
              <a:chOff x="3984021" y="1132618"/>
              <a:chExt cx="1249614" cy="683712"/>
            </a:xfrm>
          </p:grpSpPr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93E9DB78-C2E3-48D1-AA5A-ED3B7EAC0F3E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4D1CC80A-0843-42C1-8B34-D04A3FF7E8E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2" name="타원 331">
                <a:extLst>
                  <a:ext uri="{FF2B5EF4-FFF2-40B4-BE49-F238E27FC236}">
                    <a16:creationId xmlns:a16="http://schemas.microsoft.com/office/drawing/2014/main" id="{0453B2C4-92B9-43A8-BDE9-846E0D6E13D9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3" name="별: 꼭짓점 5개 332">
                <a:extLst>
                  <a:ext uri="{FF2B5EF4-FFF2-40B4-BE49-F238E27FC236}">
                    <a16:creationId xmlns:a16="http://schemas.microsoft.com/office/drawing/2014/main" id="{E80FDF51-74AA-4B23-91C6-14DD7A234F8C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19C747B2-13A9-41C6-A9CF-2BEC53F3EF93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5" name="화살표: 오각형 334">
                <a:extLst>
                  <a:ext uri="{FF2B5EF4-FFF2-40B4-BE49-F238E27FC236}">
                    <a16:creationId xmlns:a16="http://schemas.microsoft.com/office/drawing/2014/main" id="{A3AA5AAE-37EF-48BB-BC0A-EFF5A86605EA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8808A0DA-28C9-4350-8B9D-2B50C910B5F9}"/>
                </a:ext>
              </a:extLst>
            </p:cNvPr>
            <p:cNvGrpSpPr/>
            <p:nvPr/>
          </p:nvGrpSpPr>
          <p:grpSpPr>
            <a:xfrm>
              <a:off x="1930119" y="2319713"/>
              <a:ext cx="383413" cy="209780"/>
              <a:chOff x="3984021" y="1132618"/>
              <a:chExt cx="1249614" cy="683712"/>
            </a:xfrm>
          </p:grpSpPr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19DA921F-EEE0-4332-AED5-793BDBFE1A3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86962CD1-6120-4295-B839-38F10938B12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9" name="타원 338">
                <a:extLst>
                  <a:ext uri="{FF2B5EF4-FFF2-40B4-BE49-F238E27FC236}">
                    <a16:creationId xmlns:a16="http://schemas.microsoft.com/office/drawing/2014/main" id="{FC2B158F-9F35-40E3-B288-E2A6BD67FE49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0" name="별: 꼭짓점 5개 339">
                <a:extLst>
                  <a:ext uri="{FF2B5EF4-FFF2-40B4-BE49-F238E27FC236}">
                    <a16:creationId xmlns:a16="http://schemas.microsoft.com/office/drawing/2014/main" id="{41202B72-3A75-4B6C-83A7-6B74BCE9892A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A402A510-F249-4ABA-B724-F427F423ACF8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2" name="화살표: 오각형 341">
                <a:extLst>
                  <a:ext uri="{FF2B5EF4-FFF2-40B4-BE49-F238E27FC236}">
                    <a16:creationId xmlns:a16="http://schemas.microsoft.com/office/drawing/2014/main" id="{F7604639-46F4-4B76-A039-FF42864011BC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43" name="그룹 342">
              <a:extLst>
                <a:ext uri="{FF2B5EF4-FFF2-40B4-BE49-F238E27FC236}">
                  <a16:creationId xmlns:a16="http://schemas.microsoft.com/office/drawing/2014/main" id="{42FD6B07-4A37-40BA-ABD0-09E9C5C5B1F4}"/>
                </a:ext>
              </a:extLst>
            </p:cNvPr>
            <p:cNvGrpSpPr/>
            <p:nvPr/>
          </p:nvGrpSpPr>
          <p:grpSpPr>
            <a:xfrm>
              <a:off x="1674276" y="1651006"/>
              <a:ext cx="383413" cy="209780"/>
              <a:chOff x="3984021" y="1132618"/>
              <a:chExt cx="1249614" cy="683712"/>
            </a:xfrm>
          </p:grpSpPr>
          <p:sp>
            <p:nvSpPr>
              <p:cNvPr id="344" name="직사각형 343">
                <a:extLst>
                  <a:ext uri="{FF2B5EF4-FFF2-40B4-BE49-F238E27FC236}">
                    <a16:creationId xmlns:a16="http://schemas.microsoft.com/office/drawing/2014/main" id="{BDAAD4EB-FDEF-4E3B-AD4A-154AF4DF2DFD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0CC6A4EC-709E-477A-9071-ADB790C044A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6" name="타원 345">
                <a:extLst>
                  <a:ext uri="{FF2B5EF4-FFF2-40B4-BE49-F238E27FC236}">
                    <a16:creationId xmlns:a16="http://schemas.microsoft.com/office/drawing/2014/main" id="{AF05E720-2C55-47D1-B4E4-377E07AE11F7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7" name="별: 꼭짓점 5개 346">
                <a:extLst>
                  <a:ext uri="{FF2B5EF4-FFF2-40B4-BE49-F238E27FC236}">
                    <a16:creationId xmlns:a16="http://schemas.microsoft.com/office/drawing/2014/main" id="{FF195343-0DDD-4289-8E84-E88694220531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8" name="직사각형 347">
                <a:extLst>
                  <a:ext uri="{FF2B5EF4-FFF2-40B4-BE49-F238E27FC236}">
                    <a16:creationId xmlns:a16="http://schemas.microsoft.com/office/drawing/2014/main" id="{7B649041-3369-4423-A691-534106E1E04B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9" name="화살표: 오각형 348">
                <a:extLst>
                  <a:ext uri="{FF2B5EF4-FFF2-40B4-BE49-F238E27FC236}">
                    <a16:creationId xmlns:a16="http://schemas.microsoft.com/office/drawing/2014/main" id="{773583DF-1955-472A-88CC-B06289EFB1DF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0" name="화살표: 아래쪽 349">
              <a:extLst>
                <a:ext uri="{FF2B5EF4-FFF2-40B4-BE49-F238E27FC236}">
                  <a16:creationId xmlns:a16="http://schemas.microsoft.com/office/drawing/2014/main" id="{CA6B3039-E486-4039-B6F3-EFA118BC9717}"/>
                </a:ext>
              </a:extLst>
            </p:cNvPr>
            <p:cNvSpPr/>
            <p:nvPr/>
          </p:nvSpPr>
          <p:spPr>
            <a:xfrm rot="16200000">
              <a:off x="3236278" y="1970581"/>
              <a:ext cx="217708" cy="307777"/>
            </a:xfrm>
            <a:prstGeom prst="downArrow">
              <a:avLst/>
            </a:prstGeom>
            <a:solidFill>
              <a:srgbClr val="EAF0F1"/>
            </a:solidFill>
            <a:ln>
              <a:solidFill>
                <a:srgbClr val="5B64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96764A9-7E0B-485A-B8C6-9A047BC8ACD6}"/>
              </a:ext>
            </a:extLst>
          </p:cNvPr>
          <p:cNvGrpSpPr/>
          <p:nvPr/>
        </p:nvGrpSpPr>
        <p:grpSpPr>
          <a:xfrm>
            <a:off x="6549056" y="1565062"/>
            <a:ext cx="5225305" cy="1714946"/>
            <a:chOff x="6549056" y="1339164"/>
            <a:chExt cx="5225305" cy="1714946"/>
          </a:xfrm>
        </p:grpSpPr>
        <p:grpSp>
          <p:nvGrpSpPr>
            <p:cNvPr id="351" name="그룹 350">
              <a:extLst>
                <a:ext uri="{FF2B5EF4-FFF2-40B4-BE49-F238E27FC236}">
                  <a16:creationId xmlns:a16="http://schemas.microsoft.com/office/drawing/2014/main" id="{7B0053B5-4843-4692-8F5D-0D3F081C89D7}"/>
                </a:ext>
              </a:extLst>
            </p:cNvPr>
            <p:cNvGrpSpPr/>
            <p:nvPr/>
          </p:nvGrpSpPr>
          <p:grpSpPr>
            <a:xfrm>
              <a:off x="9426174" y="1352911"/>
              <a:ext cx="2348187" cy="1701199"/>
              <a:chOff x="6244079" y="1277198"/>
              <a:chExt cx="2348187" cy="1701199"/>
            </a:xfrm>
          </p:grpSpPr>
          <p:pic>
            <p:nvPicPr>
              <p:cNvPr id="352" name="그림 351">
                <a:extLst>
                  <a:ext uri="{FF2B5EF4-FFF2-40B4-BE49-F238E27FC236}">
                    <a16:creationId xmlns:a16="http://schemas.microsoft.com/office/drawing/2014/main" id="{3326686D-2F0C-467C-9E75-DF3A3CA693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4079" y="1277198"/>
                <a:ext cx="2348187" cy="1701199"/>
              </a:xfrm>
              <a:prstGeom prst="rect">
                <a:avLst/>
              </a:prstGeom>
            </p:spPr>
          </p:pic>
          <p:grpSp>
            <p:nvGrpSpPr>
              <p:cNvPr id="353" name="그룹 352">
                <a:extLst>
                  <a:ext uri="{FF2B5EF4-FFF2-40B4-BE49-F238E27FC236}">
                    <a16:creationId xmlns:a16="http://schemas.microsoft.com/office/drawing/2014/main" id="{EA6AD7DC-386A-4DD8-A0B5-7E165C729AD3}"/>
                  </a:ext>
                </a:extLst>
              </p:cNvPr>
              <p:cNvGrpSpPr/>
              <p:nvPr/>
            </p:nvGrpSpPr>
            <p:grpSpPr>
              <a:xfrm rot="8100000">
                <a:off x="6775554" y="1712307"/>
                <a:ext cx="227434" cy="209780"/>
                <a:chOff x="3984021" y="1132618"/>
                <a:chExt cx="741250" cy="683712"/>
              </a:xfrm>
            </p:grpSpPr>
            <p:sp>
              <p:nvSpPr>
                <p:cNvPr id="389" name="직사각형 388">
                  <a:extLst>
                    <a:ext uri="{FF2B5EF4-FFF2-40B4-BE49-F238E27FC236}">
                      <a16:creationId xmlns:a16="http://schemas.microsoft.com/office/drawing/2014/main" id="{3E34311B-0589-4A87-9033-62F7F584E339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0" name="타원 389">
                  <a:extLst>
                    <a:ext uri="{FF2B5EF4-FFF2-40B4-BE49-F238E27FC236}">
                      <a16:creationId xmlns:a16="http://schemas.microsoft.com/office/drawing/2014/main" id="{86268A20-29B1-4614-AA65-5332DFCDE2FC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1" name="화살표: 오각형 390">
                  <a:extLst>
                    <a:ext uri="{FF2B5EF4-FFF2-40B4-BE49-F238E27FC236}">
                      <a16:creationId xmlns:a16="http://schemas.microsoft.com/office/drawing/2014/main" id="{AA145181-8353-4845-B342-0BF2C2341F04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54" name="부분 원형 353">
                <a:extLst>
                  <a:ext uri="{FF2B5EF4-FFF2-40B4-BE49-F238E27FC236}">
                    <a16:creationId xmlns:a16="http://schemas.microsoft.com/office/drawing/2014/main" id="{8C8C7D93-1716-42C6-8C47-93F65ED3F38B}"/>
                  </a:ext>
                </a:extLst>
              </p:cNvPr>
              <p:cNvSpPr/>
              <p:nvPr/>
            </p:nvSpPr>
            <p:spPr>
              <a:xfrm>
                <a:off x="6682505" y="1766178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55" name="그룹 354">
                <a:extLst>
                  <a:ext uri="{FF2B5EF4-FFF2-40B4-BE49-F238E27FC236}">
                    <a16:creationId xmlns:a16="http://schemas.microsoft.com/office/drawing/2014/main" id="{0A6BF267-DB2F-4283-8097-6856ED8F310E}"/>
                  </a:ext>
                </a:extLst>
              </p:cNvPr>
              <p:cNvGrpSpPr/>
              <p:nvPr/>
            </p:nvGrpSpPr>
            <p:grpSpPr>
              <a:xfrm rot="15300000">
                <a:off x="6559010" y="2041154"/>
                <a:ext cx="320483" cy="219700"/>
                <a:chOff x="6559010" y="4159152"/>
                <a:chExt cx="320483" cy="219700"/>
              </a:xfrm>
            </p:grpSpPr>
            <p:grpSp>
              <p:nvGrpSpPr>
                <p:cNvPr id="384" name="그룹 383">
                  <a:extLst>
                    <a:ext uri="{FF2B5EF4-FFF2-40B4-BE49-F238E27FC236}">
                      <a16:creationId xmlns:a16="http://schemas.microsoft.com/office/drawing/2014/main" id="{CAD026B9-8904-4924-987D-3D6430794BEC}"/>
                    </a:ext>
                  </a:extLst>
                </p:cNvPr>
                <p:cNvGrpSpPr/>
                <p:nvPr/>
              </p:nvGrpSpPr>
              <p:grpSpPr>
                <a:xfrm rot="8100000">
                  <a:off x="6652059" y="4159152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86" name="직사각형 385">
                    <a:extLst>
                      <a:ext uri="{FF2B5EF4-FFF2-40B4-BE49-F238E27FC236}">
                        <a16:creationId xmlns:a16="http://schemas.microsoft.com/office/drawing/2014/main" id="{F30F0336-EB15-412E-8327-5C768CB0FF2C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7" name="타원 386">
                    <a:extLst>
                      <a:ext uri="{FF2B5EF4-FFF2-40B4-BE49-F238E27FC236}">
                        <a16:creationId xmlns:a16="http://schemas.microsoft.com/office/drawing/2014/main" id="{AE9108C8-DB00-4D07-9066-C16BA0472B28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8" name="화살표: 오각형 387">
                    <a:extLst>
                      <a:ext uri="{FF2B5EF4-FFF2-40B4-BE49-F238E27FC236}">
                        <a16:creationId xmlns:a16="http://schemas.microsoft.com/office/drawing/2014/main" id="{7396AE89-5FF4-4CB8-8F52-50C20B41FCA3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85" name="부분 원형 384">
                  <a:extLst>
                    <a:ext uri="{FF2B5EF4-FFF2-40B4-BE49-F238E27FC236}">
                      <a16:creationId xmlns:a16="http://schemas.microsoft.com/office/drawing/2014/main" id="{8E44BDBB-9462-4D2B-9696-0290A21711FB}"/>
                    </a:ext>
                  </a:extLst>
                </p:cNvPr>
                <p:cNvSpPr/>
                <p:nvPr/>
              </p:nvSpPr>
              <p:spPr>
                <a:xfrm>
                  <a:off x="6559010" y="4213023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56" name="그룹 355">
                <a:extLst>
                  <a:ext uri="{FF2B5EF4-FFF2-40B4-BE49-F238E27FC236}">
                    <a16:creationId xmlns:a16="http://schemas.microsoft.com/office/drawing/2014/main" id="{8D1889F2-3278-4039-9E25-EA6C9AEBB473}"/>
                  </a:ext>
                </a:extLst>
              </p:cNvPr>
              <p:cNvGrpSpPr/>
              <p:nvPr/>
            </p:nvGrpSpPr>
            <p:grpSpPr>
              <a:xfrm rot="14400000">
                <a:off x="7471444" y="1800259"/>
                <a:ext cx="320483" cy="219700"/>
                <a:chOff x="7471444" y="3918257"/>
                <a:chExt cx="320483" cy="219700"/>
              </a:xfrm>
            </p:grpSpPr>
            <p:grpSp>
              <p:nvGrpSpPr>
                <p:cNvPr id="379" name="그룹 378">
                  <a:extLst>
                    <a:ext uri="{FF2B5EF4-FFF2-40B4-BE49-F238E27FC236}">
                      <a16:creationId xmlns:a16="http://schemas.microsoft.com/office/drawing/2014/main" id="{CDE0B94F-14FC-4F83-89F7-E53AD2EE5C73}"/>
                    </a:ext>
                  </a:extLst>
                </p:cNvPr>
                <p:cNvGrpSpPr/>
                <p:nvPr/>
              </p:nvGrpSpPr>
              <p:grpSpPr>
                <a:xfrm rot="8100000">
                  <a:off x="7564493" y="3918257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81" name="직사각형 380">
                    <a:extLst>
                      <a:ext uri="{FF2B5EF4-FFF2-40B4-BE49-F238E27FC236}">
                        <a16:creationId xmlns:a16="http://schemas.microsoft.com/office/drawing/2014/main" id="{224D60A7-85F9-4CA5-A0CC-577688ADFEB4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2" name="타원 381">
                    <a:extLst>
                      <a:ext uri="{FF2B5EF4-FFF2-40B4-BE49-F238E27FC236}">
                        <a16:creationId xmlns:a16="http://schemas.microsoft.com/office/drawing/2014/main" id="{C15D9FC4-186D-4B1D-BED7-C7BF2CA38281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3" name="화살표: 오각형 382">
                    <a:extLst>
                      <a:ext uri="{FF2B5EF4-FFF2-40B4-BE49-F238E27FC236}">
                        <a16:creationId xmlns:a16="http://schemas.microsoft.com/office/drawing/2014/main" id="{CA471952-4DDC-4CEB-84D9-97640C51B0AD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80" name="부분 원형 379">
                  <a:extLst>
                    <a:ext uri="{FF2B5EF4-FFF2-40B4-BE49-F238E27FC236}">
                      <a16:creationId xmlns:a16="http://schemas.microsoft.com/office/drawing/2014/main" id="{BC3A03FA-AD20-4890-9FA7-BC8330F4FAE4}"/>
                    </a:ext>
                  </a:extLst>
                </p:cNvPr>
                <p:cNvSpPr/>
                <p:nvPr/>
              </p:nvSpPr>
              <p:spPr>
                <a:xfrm>
                  <a:off x="7471444" y="3972128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57" name="그룹 356">
                <a:extLst>
                  <a:ext uri="{FF2B5EF4-FFF2-40B4-BE49-F238E27FC236}">
                    <a16:creationId xmlns:a16="http://schemas.microsoft.com/office/drawing/2014/main" id="{5943E572-3B35-49F0-83BB-43938FD2DD33}"/>
                  </a:ext>
                </a:extLst>
              </p:cNvPr>
              <p:cNvGrpSpPr/>
              <p:nvPr/>
            </p:nvGrpSpPr>
            <p:grpSpPr>
              <a:xfrm rot="8100000">
                <a:off x="7357726" y="2168254"/>
                <a:ext cx="227434" cy="209780"/>
                <a:chOff x="3984021" y="1132618"/>
                <a:chExt cx="741250" cy="683712"/>
              </a:xfrm>
            </p:grpSpPr>
            <p:sp>
              <p:nvSpPr>
                <p:cNvPr id="376" name="직사각형 375">
                  <a:extLst>
                    <a:ext uri="{FF2B5EF4-FFF2-40B4-BE49-F238E27FC236}">
                      <a16:creationId xmlns:a16="http://schemas.microsoft.com/office/drawing/2014/main" id="{36E58906-6643-4A9B-B346-CD4DE78B72FB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7" name="타원 376">
                  <a:extLst>
                    <a:ext uri="{FF2B5EF4-FFF2-40B4-BE49-F238E27FC236}">
                      <a16:creationId xmlns:a16="http://schemas.microsoft.com/office/drawing/2014/main" id="{471C8A16-F9C3-4DED-AD08-53F87234B7FA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8" name="화살표: 오각형 377">
                  <a:extLst>
                    <a:ext uri="{FF2B5EF4-FFF2-40B4-BE49-F238E27FC236}">
                      <a16:creationId xmlns:a16="http://schemas.microsoft.com/office/drawing/2014/main" id="{F58B5B88-FB75-4BD1-B03D-03E168EAD45C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58" name="부분 원형 357">
                <a:extLst>
                  <a:ext uri="{FF2B5EF4-FFF2-40B4-BE49-F238E27FC236}">
                    <a16:creationId xmlns:a16="http://schemas.microsoft.com/office/drawing/2014/main" id="{BEC97763-3D0C-406F-9196-9DD09A51977C}"/>
                  </a:ext>
                </a:extLst>
              </p:cNvPr>
              <p:cNvSpPr/>
              <p:nvPr/>
            </p:nvSpPr>
            <p:spPr>
              <a:xfrm>
                <a:off x="7264677" y="2222125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0" name="그룹 359">
                <a:extLst>
                  <a:ext uri="{FF2B5EF4-FFF2-40B4-BE49-F238E27FC236}">
                    <a16:creationId xmlns:a16="http://schemas.microsoft.com/office/drawing/2014/main" id="{B7CAF811-34F1-466B-A145-A3A5D4027A25}"/>
                  </a:ext>
                </a:extLst>
              </p:cNvPr>
              <p:cNvGrpSpPr/>
              <p:nvPr/>
            </p:nvGrpSpPr>
            <p:grpSpPr>
              <a:xfrm>
                <a:off x="7206149" y="1543256"/>
                <a:ext cx="232835" cy="209780"/>
                <a:chOff x="10380089" y="3275696"/>
                <a:chExt cx="232835" cy="209780"/>
              </a:xfrm>
            </p:grpSpPr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3654C129-486B-44A4-961E-95FF90312D75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4" name="별: 꼭짓점 5개 373">
                  <a:extLst>
                    <a:ext uri="{FF2B5EF4-FFF2-40B4-BE49-F238E27FC236}">
                      <a16:creationId xmlns:a16="http://schemas.microsoft.com/office/drawing/2014/main" id="{35A84889-A809-4EDA-AE07-DF5C9D3F6FB5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5" name="자유형: 도형 374">
                  <a:extLst>
                    <a:ext uri="{FF2B5EF4-FFF2-40B4-BE49-F238E27FC236}">
                      <a16:creationId xmlns:a16="http://schemas.microsoft.com/office/drawing/2014/main" id="{6487FE20-95D6-4A5F-9DA5-389F42A0E985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1" name="그룹 360">
                <a:extLst>
                  <a:ext uri="{FF2B5EF4-FFF2-40B4-BE49-F238E27FC236}">
                    <a16:creationId xmlns:a16="http://schemas.microsoft.com/office/drawing/2014/main" id="{A7D6BB50-00F3-4F50-8E22-CF243F048569}"/>
                  </a:ext>
                </a:extLst>
              </p:cNvPr>
              <p:cNvGrpSpPr/>
              <p:nvPr/>
            </p:nvGrpSpPr>
            <p:grpSpPr>
              <a:xfrm>
                <a:off x="7895881" y="1842117"/>
                <a:ext cx="232835" cy="209780"/>
                <a:chOff x="10380089" y="3275696"/>
                <a:chExt cx="232835" cy="209780"/>
              </a:xfrm>
            </p:grpSpPr>
            <p:sp>
              <p:nvSpPr>
                <p:cNvPr id="370" name="직사각형 369">
                  <a:extLst>
                    <a:ext uri="{FF2B5EF4-FFF2-40B4-BE49-F238E27FC236}">
                      <a16:creationId xmlns:a16="http://schemas.microsoft.com/office/drawing/2014/main" id="{9A10CF72-7D34-4D73-A090-1B334D4581F4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1" name="별: 꼭짓점 5개 370">
                  <a:extLst>
                    <a:ext uri="{FF2B5EF4-FFF2-40B4-BE49-F238E27FC236}">
                      <a16:creationId xmlns:a16="http://schemas.microsoft.com/office/drawing/2014/main" id="{CDE2D494-7354-41A6-9CB2-4BE702B783AE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2" name="자유형: 도형 371">
                  <a:extLst>
                    <a:ext uri="{FF2B5EF4-FFF2-40B4-BE49-F238E27FC236}">
                      <a16:creationId xmlns:a16="http://schemas.microsoft.com/office/drawing/2014/main" id="{1DDADEBA-8038-4CDF-B717-E8FF83526BD1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2" name="그룹 361">
                <a:extLst>
                  <a:ext uri="{FF2B5EF4-FFF2-40B4-BE49-F238E27FC236}">
                    <a16:creationId xmlns:a16="http://schemas.microsoft.com/office/drawing/2014/main" id="{ECD7989B-2987-44A9-A821-2C7F316FED28}"/>
                  </a:ext>
                </a:extLst>
              </p:cNvPr>
              <p:cNvGrpSpPr/>
              <p:nvPr/>
            </p:nvGrpSpPr>
            <p:grpSpPr>
              <a:xfrm>
                <a:off x="6882314" y="2206487"/>
                <a:ext cx="232835" cy="209780"/>
                <a:chOff x="10380089" y="3275696"/>
                <a:chExt cx="232835" cy="209780"/>
              </a:xfrm>
            </p:grpSpPr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BB4823D-5A63-4183-BF67-AB2A31F19F1D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8" name="별: 꼭짓점 5개 367">
                  <a:extLst>
                    <a:ext uri="{FF2B5EF4-FFF2-40B4-BE49-F238E27FC236}">
                      <a16:creationId xmlns:a16="http://schemas.microsoft.com/office/drawing/2014/main" id="{6CE8D4C7-70DA-4EF5-89C3-D8FCC75ABC2E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9" name="자유형: 도형 368">
                  <a:extLst>
                    <a:ext uri="{FF2B5EF4-FFF2-40B4-BE49-F238E27FC236}">
                      <a16:creationId xmlns:a16="http://schemas.microsoft.com/office/drawing/2014/main" id="{8FA7FD08-2345-46F5-8470-3665CDE8B966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3" name="그룹 362">
                <a:extLst>
                  <a:ext uri="{FF2B5EF4-FFF2-40B4-BE49-F238E27FC236}">
                    <a16:creationId xmlns:a16="http://schemas.microsoft.com/office/drawing/2014/main" id="{CB77F5F1-00F3-46AC-8FDF-4FC13CF22F15}"/>
                  </a:ext>
                </a:extLst>
              </p:cNvPr>
              <p:cNvGrpSpPr/>
              <p:nvPr/>
            </p:nvGrpSpPr>
            <p:grpSpPr>
              <a:xfrm>
                <a:off x="7709646" y="2135467"/>
                <a:ext cx="232835" cy="209780"/>
                <a:chOff x="10380089" y="3275696"/>
                <a:chExt cx="232835" cy="209780"/>
              </a:xfrm>
            </p:grpSpPr>
            <p:sp>
              <p:nvSpPr>
                <p:cNvPr id="364" name="직사각형 363">
                  <a:extLst>
                    <a:ext uri="{FF2B5EF4-FFF2-40B4-BE49-F238E27FC236}">
                      <a16:creationId xmlns:a16="http://schemas.microsoft.com/office/drawing/2014/main" id="{9EA24E53-D5D2-4063-A4EE-DD8F72610115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5" name="별: 꼭짓점 5개 364">
                  <a:extLst>
                    <a:ext uri="{FF2B5EF4-FFF2-40B4-BE49-F238E27FC236}">
                      <a16:creationId xmlns:a16="http://schemas.microsoft.com/office/drawing/2014/main" id="{FE2799E6-24BC-480B-B9CA-4FA49E67958D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6" name="자유형: 도형 365">
                  <a:extLst>
                    <a:ext uri="{FF2B5EF4-FFF2-40B4-BE49-F238E27FC236}">
                      <a16:creationId xmlns:a16="http://schemas.microsoft.com/office/drawing/2014/main" id="{BE9F3B3D-6786-4BAD-BD5C-AA1586CFA473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pic>
          <p:nvPicPr>
            <p:cNvPr id="392" name="그림 391">
              <a:extLst>
                <a:ext uri="{FF2B5EF4-FFF2-40B4-BE49-F238E27FC236}">
                  <a16:creationId xmlns:a16="http://schemas.microsoft.com/office/drawing/2014/main" id="{63300622-08F6-4DC2-B767-0A7D2D85F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49056" y="1339164"/>
              <a:ext cx="2348187" cy="1701199"/>
            </a:xfrm>
            <a:prstGeom prst="rect">
              <a:avLst/>
            </a:prstGeom>
          </p:spPr>
        </p:pic>
        <p:grpSp>
          <p:nvGrpSpPr>
            <p:cNvPr id="393" name="그룹 392">
              <a:extLst>
                <a:ext uri="{FF2B5EF4-FFF2-40B4-BE49-F238E27FC236}">
                  <a16:creationId xmlns:a16="http://schemas.microsoft.com/office/drawing/2014/main" id="{AB447CB8-B685-47F3-9129-7E1D8B39AD66}"/>
                </a:ext>
              </a:extLst>
            </p:cNvPr>
            <p:cNvGrpSpPr/>
            <p:nvPr/>
          </p:nvGrpSpPr>
          <p:grpSpPr>
            <a:xfrm>
              <a:off x="7015552" y="2072931"/>
              <a:ext cx="383413" cy="209780"/>
              <a:chOff x="3984021" y="1132618"/>
              <a:chExt cx="1249614" cy="683712"/>
            </a:xfrm>
          </p:grpSpPr>
          <p:sp>
            <p:nvSpPr>
              <p:cNvPr id="394" name="직사각형 393">
                <a:extLst>
                  <a:ext uri="{FF2B5EF4-FFF2-40B4-BE49-F238E27FC236}">
                    <a16:creationId xmlns:a16="http://schemas.microsoft.com/office/drawing/2014/main" id="{A3F5E2CF-6105-4D3D-9AAE-EA233CC91B7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5" name="직사각형 394">
                <a:extLst>
                  <a:ext uri="{FF2B5EF4-FFF2-40B4-BE49-F238E27FC236}">
                    <a16:creationId xmlns:a16="http://schemas.microsoft.com/office/drawing/2014/main" id="{06C0FC3D-BDC9-4E6D-94BC-981F4A280C71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6" name="타원 395">
                <a:extLst>
                  <a:ext uri="{FF2B5EF4-FFF2-40B4-BE49-F238E27FC236}">
                    <a16:creationId xmlns:a16="http://schemas.microsoft.com/office/drawing/2014/main" id="{77C48423-5059-4233-958C-92273A7A4707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7" name="별: 꼭짓점 5개 396">
                <a:extLst>
                  <a:ext uri="{FF2B5EF4-FFF2-40B4-BE49-F238E27FC236}">
                    <a16:creationId xmlns:a16="http://schemas.microsoft.com/office/drawing/2014/main" id="{BAF65307-3650-4823-BD33-CAC1872329FC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8" name="직사각형 397">
                <a:extLst>
                  <a:ext uri="{FF2B5EF4-FFF2-40B4-BE49-F238E27FC236}">
                    <a16:creationId xmlns:a16="http://schemas.microsoft.com/office/drawing/2014/main" id="{8712E6B3-3B1C-4204-A08A-D45229C57DD4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9" name="화살표: 오각형 398">
                <a:extLst>
                  <a:ext uri="{FF2B5EF4-FFF2-40B4-BE49-F238E27FC236}">
                    <a16:creationId xmlns:a16="http://schemas.microsoft.com/office/drawing/2014/main" id="{22C57209-1089-47A7-A1F1-4FED5E39815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0" name="부분 원형 399">
              <a:extLst>
                <a:ext uri="{FF2B5EF4-FFF2-40B4-BE49-F238E27FC236}">
                  <a16:creationId xmlns:a16="http://schemas.microsoft.com/office/drawing/2014/main" id="{86A88D77-2F06-4A03-92CF-DD45B03C1778}"/>
                </a:ext>
              </a:extLst>
            </p:cNvPr>
            <p:cNvSpPr/>
            <p:nvPr/>
          </p:nvSpPr>
          <p:spPr>
            <a:xfrm>
              <a:off x="6987482" y="1828144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1" name="부분 원형 400">
              <a:extLst>
                <a:ext uri="{FF2B5EF4-FFF2-40B4-BE49-F238E27FC236}">
                  <a16:creationId xmlns:a16="http://schemas.microsoft.com/office/drawing/2014/main" id="{17C61D58-0152-4CD0-AA2D-A2EE08C43099}"/>
                </a:ext>
              </a:extLst>
            </p:cNvPr>
            <p:cNvSpPr/>
            <p:nvPr/>
          </p:nvSpPr>
          <p:spPr>
            <a:xfrm>
              <a:off x="7201494" y="233326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2" name="부분 원형 401">
              <a:extLst>
                <a:ext uri="{FF2B5EF4-FFF2-40B4-BE49-F238E27FC236}">
                  <a16:creationId xmlns:a16="http://schemas.microsoft.com/office/drawing/2014/main" id="{9022BFA3-5C55-4C6B-AAEE-5CA489960B49}"/>
                </a:ext>
              </a:extLst>
            </p:cNvPr>
            <p:cNvSpPr/>
            <p:nvPr/>
          </p:nvSpPr>
          <p:spPr>
            <a:xfrm>
              <a:off x="7611550" y="197677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3" name="부분 원형 402">
              <a:extLst>
                <a:ext uri="{FF2B5EF4-FFF2-40B4-BE49-F238E27FC236}">
                  <a16:creationId xmlns:a16="http://schemas.microsoft.com/office/drawing/2014/main" id="{3C8598F7-3ED6-4698-8C79-095D3E9E0C6D}"/>
                </a:ext>
              </a:extLst>
            </p:cNvPr>
            <p:cNvSpPr/>
            <p:nvPr/>
          </p:nvSpPr>
          <p:spPr>
            <a:xfrm>
              <a:off x="8152219" y="2236013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4" name="부분 원형 403">
              <a:extLst>
                <a:ext uri="{FF2B5EF4-FFF2-40B4-BE49-F238E27FC236}">
                  <a16:creationId xmlns:a16="http://schemas.microsoft.com/office/drawing/2014/main" id="{F8E97651-255B-48F3-BADD-E658EE0CE6D7}"/>
                </a:ext>
              </a:extLst>
            </p:cNvPr>
            <p:cNvSpPr/>
            <p:nvPr/>
          </p:nvSpPr>
          <p:spPr>
            <a:xfrm>
              <a:off x="7900587" y="173148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05" name="그룹 404">
              <a:extLst>
                <a:ext uri="{FF2B5EF4-FFF2-40B4-BE49-F238E27FC236}">
                  <a16:creationId xmlns:a16="http://schemas.microsoft.com/office/drawing/2014/main" id="{26A7D51F-2C37-4E43-B542-F7D33A76F5DB}"/>
                </a:ext>
              </a:extLst>
            </p:cNvPr>
            <p:cNvGrpSpPr/>
            <p:nvPr/>
          </p:nvGrpSpPr>
          <p:grpSpPr>
            <a:xfrm>
              <a:off x="10147020" y="1951413"/>
              <a:ext cx="383413" cy="209780"/>
              <a:chOff x="3984021" y="1132618"/>
              <a:chExt cx="1249614" cy="683712"/>
            </a:xfrm>
          </p:grpSpPr>
          <p:sp>
            <p:nvSpPr>
              <p:cNvPr id="406" name="직사각형 405">
                <a:extLst>
                  <a:ext uri="{FF2B5EF4-FFF2-40B4-BE49-F238E27FC236}">
                    <a16:creationId xmlns:a16="http://schemas.microsoft.com/office/drawing/2014/main" id="{D5FC2D46-E17C-42BF-931D-77181A336ACB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7" name="직사각형 406">
                <a:extLst>
                  <a:ext uri="{FF2B5EF4-FFF2-40B4-BE49-F238E27FC236}">
                    <a16:creationId xmlns:a16="http://schemas.microsoft.com/office/drawing/2014/main" id="{C2824004-B4E8-47D7-A7F6-AA541FBA4EAB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8" name="타원 407">
                <a:extLst>
                  <a:ext uri="{FF2B5EF4-FFF2-40B4-BE49-F238E27FC236}">
                    <a16:creationId xmlns:a16="http://schemas.microsoft.com/office/drawing/2014/main" id="{963FE111-0B5E-4468-919F-0EE438DF0A0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9" name="별: 꼭짓점 5개 408">
                <a:extLst>
                  <a:ext uri="{FF2B5EF4-FFF2-40B4-BE49-F238E27FC236}">
                    <a16:creationId xmlns:a16="http://schemas.microsoft.com/office/drawing/2014/main" id="{E5489B7D-9A86-414A-ADCD-8FD15A54EB0E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직사각형 409">
                <a:extLst>
                  <a:ext uri="{FF2B5EF4-FFF2-40B4-BE49-F238E27FC236}">
                    <a16:creationId xmlns:a16="http://schemas.microsoft.com/office/drawing/2014/main" id="{6823A0AB-3029-45BA-ACE7-7512229D2016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화살표: 오각형 410">
                <a:extLst>
                  <a:ext uri="{FF2B5EF4-FFF2-40B4-BE49-F238E27FC236}">
                    <a16:creationId xmlns:a16="http://schemas.microsoft.com/office/drawing/2014/main" id="{6B2B4501-AD53-4FF9-8495-206F76B8C49A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6451ACAD-2598-42BC-B1EC-6903D99129CF}"/>
                </a:ext>
              </a:extLst>
            </p:cNvPr>
            <p:cNvGrpSpPr/>
            <p:nvPr/>
          </p:nvGrpSpPr>
          <p:grpSpPr>
            <a:xfrm>
              <a:off x="7595579" y="2312044"/>
              <a:ext cx="383413" cy="209780"/>
              <a:chOff x="3984021" y="1132618"/>
              <a:chExt cx="1249614" cy="683712"/>
            </a:xfrm>
          </p:grpSpPr>
          <p:sp>
            <p:nvSpPr>
              <p:cNvPr id="413" name="직사각형 412">
                <a:extLst>
                  <a:ext uri="{FF2B5EF4-FFF2-40B4-BE49-F238E27FC236}">
                    <a16:creationId xmlns:a16="http://schemas.microsoft.com/office/drawing/2014/main" id="{89149948-2103-453D-9BCE-8CB421034CB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9641DF15-426A-43EC-9166-194DC5B233B9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타원 414">
                <a:extLst>
                  <a:ext uri="{FF2B5EF4-FFF2-40B4-BE49-F238E27FC236}">
                    <a16:creationId xmlns:a16="http://schemas.microsoft.com/office/drawing/2014/main" id="{BACB211D-D68D-4776-8BB1-0F1D9413298B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6" name="별: 꼭짓점 5개 415">
                <a:extLst>
                  <a:ext uri="{FF2B5EF4-FFF2-40B4-BE49-F238E27FC236}">
                    <a16:creationId xmlns:a16="http://schemas.microsoft.com/office/drawing/2014/main" id="{ED7D83E8-5076-48C1-8BF2-F2F7A374A5D0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4C874A17-C407-4A53-B66D-5F28413C0409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8" name="화살표: 오각형 417">
                <a:extLst>
                  <a:ext uri="{FF2B5EF4-FFF2-40B4-BE49-F238E27FC236}">
                    <a16:creationId xmlns:a16="http://schemas.microsoft.com/office/drawing/2014/main" id="{8234D88A-2F6B-40B4-B98E-25B670CF60CD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19" name="그룹 418">
              <a:extLst>
                <a:ext uri="{FF2B5EF4-FFF2-40B4-BE49-F238E27FC236}">
                  <a16:creationId xmlns:a16="http://schemas.microsoft.com/office/drawing/2014/main" id="{5AEB37C3-F2BC-48CD-87D4-DEA92A845602}"/>
                </a:ext>
              </a:extLst>
            </p:cNvPr>
            <p:cNvGrpSpPr/>
            <p:nvPr/>
          </p:nvGrpSpPr>
          <p:grpSpPr>
            <a:xfrm>
              <a:off x="7339736" y="1643337"/>
              <a:ext cx="383413" cy="209780"/>
              <a:chOff x="3984021" y="1132618"/>
              <a:chExt cx="1249614" cy="683712"/>
            </a:xfrm>
          </p:grpSpPr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776858B6-9933-48D2-8DA3-CC276020CD9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EBEE64A5-609D-43F2-B595-4D204A18062F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2" name="타원 421">
                <a:extLst>
                  <a:ext uri="{FF2B5EF4-FFF2-40B4-BE49-F238E27FC236}">
                    <a16:creationId xmlns:a16="http://schemas.microsoft.com/office/drawing/2014/main" id="{F6A4A63C-0D1C-46DF-A99E-5C4EB9367CC2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3" name="별: 꼭짓점 5개 422">
                <a:extLst>
                  <a:ext uri="{FF2B5EF4-FFF2-40B4-BE49-F238E27FC236}">
                    <a16:creationId xmlns:a16="http://schemas.microsoft.com/office/drawing/2014/main" id="{AB2D9F9A-6F6A-4354-A04E-52AFFBD74DD4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9D27B485-0144-440E-9B67-D34BFC37AB3B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5" name="화살표: 오각형 424">
                <a:extLst>
                  <a:ext uri="{FF2B5EF4-FFF2-40B4-BE49-F238E27FC236}">
                    <a16:creationId xmlns:a16="http://schemas.microsoft.com/office/drawing/2014/main" id="{A3EAC0BD-F9CC-46C8-A24B-BB0108452011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26" name="화살표: 아래쪽 425">
              <a:extLst>
                <a:ext uri="{FF2B5EF4-FFF2-40B4-BE49-F238E27FC236}">
                  <a16:creationId xmlns:a16="http://schemas.microsoft.com/office/drawing/2014/main" id="{7052399C-A40A-4702-9818-66247E59AA31}"/>
                </a:ext>
              </a:extLst>
            </p:cNvPr>
            <p:cNvSpPr/>
            <p:nvPr/>
          </p:nvSpPr>
          <p:spPr>
            <a:xfrm rot="16200000">
              <a:off x="8901738" y="1962912"/>
              <a:ext cx="217708" cy="307777"/>
            </a:xfrm>
            <a:prstGeom prst="downArrow">
              <a:avLst/>
            </a:prstGeom>
            <a:solidFill>
              <a:srgbClr val="EAF0F1"/>
            </a:solidFill>
            <a:ln>
              <a:solidFill>
                <a:srgbClr val="5B64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35366A8C-02E0-4162-91AD-5484AB3F671D}"/>
                </a:ext>
              </a:extLst>
            </p:cNvPr>
            <p:cNvGrpSpPr/>
            <p:nvPr/>
          </p:nvGrpSpPr>
          <p:grpSpPr>
            <a:xfrm>
              <a:off x="10819953" y="1638394"/>
              <a:ext cx="383413" cy="209780"/>
              <a:chOff x="3984021" y="1132618"/>
              <a:chExt cx="1249614" cy="683712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180C6E5B-CB1C-40A8-96DB-B5765FE39884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9378B6E1-305B-41E0-AB46-5906BDA4AC0C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0" name="타원 209">
                <a:extLst>
                  <a:ext uri="{FF2B5EF4-FFF2-40B4-BE49-F238E27FC236}">
                    <a16:creationId xmlns:a16="http://schemas.microsoft.com/office/drawing/2014/main" id="{3C9EB93A-7E37-4695-A5A9-EFC5A44C761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1" name="별: 꼭짓점 5개 210">
                <a:extLst>
                  <a:ext uri="{FF2B5EF4-FFF2-40B4-BE49-F238E27FC236}">
                    <a16:creationId xmlns:a16="http://schemas.microsoft.com/office/drawing/2014/main" id="{ED75FC40-539F-4194-A5C7-F418075C75CA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6D396DCB-68A5-44C0-BF2B-B7563D94DEC7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3" name="화살표: 오각형 212">
                <a:extLst>
                  <a:ext uri="{FF2B5EF4-FFF2-40B4-BE49-F238E27FC236}">
                    <a16:creationId xmlns:a16="http://schemas.microsoft.com/office/drawing/2014/main" id="{55219401-9634-4299-AAA3-9D21B6B2DCAF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B07855F0-9379-40FF-BA8A-93635366355D}"/>
              </a:ext>
            </a:extLst>
          </p:cNvPr>
          <p:cNvGrpSpPr/>
          <p:nvPr/>
        </p:nvGrpSpPr>
        <p:grpSpPr>
          <a:xfrm>
            <a:off x="4106782" y="3742462"/>
            <a:ext cx="4223378" cy="2168804"/>
            <a:chOff x="3448835" y="3086100"/>
            <a:chExt cx="5315690" cy="2729732"/>
          </a:xfrm>
        </p:grpSpPr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8804596A-3BCC-4CF9-B0EB-54F1ADBECFE6}"/>
                </a:ext>
              </a:extLst>
            </p:cNvPr>
            <p:cNvGrpSpPr/>
            <p:nvPr/>
          </p:nvGrpSpPr>
          <p:grpSpPr>
            <a:xfrm>
              <a:off x="3448835" y="3086100"/>
              <a:ext cx="5315690" cy="2729732"/>
              <a:chOff x="7322092" y="3061470"/>
              <a:chExt cx="5315690" cy="2729732"/>
            </a:xfrm>
          </p:grpSpPr>
          <p:cxnSp>
            <p:nvCxnSpPr>
              <p:cNvPr id="224" name="직선 화살표 연결선 223">
                <a:extLst>
                  <a:ext uri="{FF2B5EF4-FFF2-40B4-BE49-F238E27FC236}">
                    <a16:creationId xmlns:a16="http://schemas.microsoft.com/office/drawing/2014/main" id="{659E9C75-C533-4BB0-BC6E-94AA25700D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061470"/>
                <a:ext cx="0" cy="27297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직선 화살표 연결선 224">
                <a:extLst>
                  <a:ext uri="{FF2B5EF4-FFF2-40B4-BE49-F238E27FC236}">
                    <a16:creationId xmlns:a16="http://schemas.microsoft.com/office/drawing/2014/main" id="{DD54AA50-D300-4E97-A50D-0398CC9EE0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직선 화살표 연결선 225">
                <a:extLst>
                  <a:ext uri="{FF2B5EF4-FFF2-40B4-BE49-F238E27FC236}">
                    <a16:creationId xmlns:a16="http://schemas.microsoft.com/office/drawing/2014/main" id="{E188A969-C9A3-44FD-8AFE-FF2A9FFEDF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7" name="자유형: 도형 216">
              <a:extLst>
                <a:ext uri="{FF2B5EF4-FFF2-40B4-BE49-F238E27FC236}">
                  <a16:creationId xmlns:a16="http://schemas.microsoft.com/office/drawing/2014/main" id="{6FF1133C-99B4-4CFE-B4A6-20CE0832FCC1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F4564ABF-9299-4FAB-84E5-1A7C2A4BCCDD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자유형: 도형 218">
              <a:extLst>
                <a:ext uri="{FF2B5EF4-FFF2-40B4-BE49-F238E27FC236}">
                  <a16:creationId xmlns:a16="http://schemas.microsoft.com/office/drawing/2014/main" id="{73B2EFC7-E711-4C40-821F-AC3BAEC267D7}"/>
                </a:ext>
              </a:extLst>
            </p:cNvPr>
            <p:cNvSpPr/>
            <p:nvPr/>
          </p:nvSpPr>
          <p:spPr>
            <a:xfrm>
              <a:off x="362435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290637" y="1367741"/>
                    <a:pt x="444143" y="927861"/>
                  </a:cubicBezTo>
                  <a:cubicBezTo>
                    <a:pt x="597649" y="487981"/>
                    <a:pt x="781835" y="290063"/>
                    <a:pt x="1191792" y="140814"/>
                  </a:cubicBezTo>
                  <a:cubicBezTo>
                    <a:pt x="1601749" y="-8435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A9AB3B23-CE26-46BC-9DEB-BA739091CAA3}"/>
                </a:ext>
              </a:extLst>
            </p:cNvPr>
            <p:cNvCxnSpPr>
              <a:cxnSpLocks/>
              <a:stCxn id="219" idx="0"/>
            </p:cNvCxnSpPr>
            <p:nvPr/>
          </p:nvCxnSpPr>
          <p:spPr>
            <a:xfrm flipV="1">
              <a:off x="3624357" y="3397428"/>
              <a:ext cx="329808" cy="2255322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F7E0086-47AE-4C2F-97DC-12F6D1C793F5}"/>
              </a:ext>
            </a:extLst>
          </p:cNvPr>
          <p:cNvGrpSpPr/>
          <p:nvPr/>
        </p:nvGrpSpPr>
        <p:grpSpPr>
          <a:xfrm>
            <a:off x="8745329" y="1219154"/>
            <a:ext cx="797020" cy="230832"/>
            <a:chOff x="8745329" y="1020683"/>
            <a:chExt cx="797020" cy="230832"/>
          </a:xfrm>
        </p:grpSpPr>
        <p:sp>
          <p:nvSpPr>
            <p:cNvPr id="191" name="부분 원형 190">
              <a:extLst>
                <a:ext uri="{FF2B5EF4-FFF2-40B4-BE49-F238E27FC236}">
                  <a16:creationId xmlns:a16="http://schemas.microsoft.com/office/drawing/2014/main" id="{2228B726-C0CE-414A-9939-34ACA1F5859A}"/>
                </a:ext>
              </a:extLst>
            </p:cNvPr>
            <p:cNvSpPr/>
            <p:nvPr/>
          </p:nvSpPr>
          <p:spPr>
            <a:xfrm rot="2540603">
              <a:off x="8745329" y="1065428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D3805D84-334E-4909-9A72-CF23BA32FDF7}"/>
                </a:ext>
              </a:extLst>
            </p:cNvPr>
            <p:cNvGrpSpPr/>
            <p:nvPr/>
          </p:nvGrpSpPr>
          <p:grpSpPr>
            <a:xfrm>
              <a:off x="9158936" y="1031209"/>
              <a:ext cx="383413" cy="209780"/>
              <a:chOff x="3984021" y="1132618"/>
              <a:chExt cx="1249614" cy="683712"/>
            </a:xfrm>
          </p:grpSpPr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6AD682A8-039C-4091-B2EA-EBA4C0779E85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1D027808-3850-42E2-B5C9-75C8FAACCC7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5" name="타원 194">
                <a:extLst>
                  <a:ext uri="{FF2B5EF4-FFF2-40B4-BE49-F238E27FC236}">
                    <a16:creationId xmlns:a16="http://schemas.microsoft.com/office/drawing/2014/main" id="{E1ED32E0-2832-41B9-AAE8-560CDD22029A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6" name="별: 꼭짓점 5개 195">
                <a:extLst>
                  <a:ext uri="{FF2B5EF4-FFF2-40B4-BE49-F238E27FC236}">
                    <a16:creationId xmlns:a16="http://schemas.microsoft.com/office/drawing/2014/main" id="{5E6F5AC8-4AF3-4457-B245-50EC98429A00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FB4E369C-9228-4707-9BB2-9F15F3AC401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" name="화살표: 오각형 197">
                <a:extLst>
                  <a:ext uri="{FF2B5EF4-FFF2-40B4-BE49-F238E27FC236}">
                    <a16:creationId xmlns:a16="http://schemas.microsoft.com/office/drawing/2014/main" id="{3316A7A4-258C-4633-84E1-DA5DF86F6CD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483E5A50-14C3-4D5F-BF4C-7F13A2F371AF}"/>
                </a:ext>
              </a:extLst>
            </p:cNvPr>
            <p:cNvSpPr/>
            <p:nvPr/>
          </p:nvSpPr>
          <p:spPr>
            <a:xfrm>
              <a:off x="8882303" y="1020683"/>
              <a:ext cx="31931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&lt;&lt;</a:t>
              </a:r>
              <a:endParaRPr lang="ko-KR" altLang="en-US" sz="9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FE26231-4902-4FBD-93DC-3DD105F80F09}"/>
              </a:ext>
            </a:extLst>
          </p:cNvPr>
          <p:cNvGrpSpPr/>
          <p:nvPr/>
        </p:nvGrpSpPr>
        <p:grpSpPr>
          <a:xfrm>
            <a:off x="2548436" y="1233655"/>
            <a:ext cx="797020" cy="230832"/>
            <a:chOff x="-62243" y="1602426"/>
            <a:chExt cx="797020" cy="230832"/>
          </a:xfrm>
        </p:grpSpPr>
        <p:sp>
          <p:nvSpPr>
            <p:cNvPr id="182" name="부분 원형 181">
              <a:extLst>
                <a:ext uri="{FF2B5EF4-FFF2-40B4-BE49-F238E27FC236}">
                  <a16:creationId xmlns:a16="http://schemas.microsoft.com/office/drawing/2014/main" id="{2795EDAB-F060-4C07-A3DA-48DC16999F83}"/>
                </a:ext>
              </a:extLst>
            </p:cNvPr>
            <p:cNvSpPr/>
            <p:nvPr/>
          </p:nvSpPr>
          <p:spPr>
            <a:xfrm rot="2540603">
              <a:off x="-62243" y="164578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3A4F7A60-D191-4D5D-8C13-13448BF92D75}"/>
                </a:ext>
              </a:extLst>
            </p:cNvPr>
            <p:cNvGrpSpPr/>
            <p:nvPr/>
          </p:nvGrpSpPr>
          <p:grpSpPr>
            <a:xfrm>
              <a:off x="351364" y="1611570"/>
              <a:ext cx="383413" cy="209780"/>
              <a:chOff x="3984021" y="1132618"/>
              <a:chExt cx="1249614" cy="683712"/>
            </a:xfrm>
          </p:grpSpPr>
          <p:sp>
            <p:nvSpPr>
              <p:cNvPr id="184" name="직사각형 183">
                <a:extLst>
                  <a:ext uri="{FF2B5EF4-FFF2-40B4-BE49-F238E27FC236}">
                    <a16:creationId xmlns:a16="http://schemas.microsoft.com/office/drawing/2014/main" id="{AAF6D4A8-721C-49B9-9AE1-25DA74CB624D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320D2CB3-E589-47BD-AED4-06C283791AC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6" name="타원 185">
                <a:extLst>
                  <a:ext uri="{FF2B5EF4-FFF2-40B4-BE49-F238E27FC236}">
                    <a16:creationId xmlns:a16="http://schemas.microsoft.com/office/drawing/2014/main" id="{9084CAF1-8B61-48B9-925F-08459DAEAD70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" name="별: 꼭짓점 5개 186">
                <a:extLst>
                  <a:ext uri="{FF2B5EF4-FFF2-40B4-BE49-F238E27FC236}">
                    <a16:creationId xmlns:a16="http://schemas.microsoft.com/office/drawing/2014/main" id="{28403D38-A77D-458F-B4E9-D7F5856D610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1EFD11E1-70E4-4686-B324-55E16F40475E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9" name="화살표: 오각형 188">
                <a:extLst>
                  <a:ext uri="{FF2B5EF4-FFF2-40B4-BE49-F238E27FC236}">
                    <a16:creationId xmlns:a16="http://schemas.microsoft.com/office/drawing/2014/main" id="{47058443-E79E-43D7-B2FB-C00F49BAF9A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83BFA1D7-A6BE-4273-B55D-9E7787C6DBA4}"/>
                </a:ext>
              </a:extLst>
            </p:cNvPr>
            <p:cNvSpPr/>
            <p:nvPr/>
          </p:nvSpPr>
          <p:spPr>
            <a:xfrm>
              <a:off x="74731" y="1602426"/>
              <a:ext cx="31931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&gt;&gt;</a:t>
              </a:r>
              <a:endParaRPr lang="ko-KR" altLang="en-US" sz="9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99CB691-D3DE-423A-A16B-82FCF3637B5B}"/>
              </a:ext>
            </a:extLst>
          </p:cNvPr>
          <p:cNvCxnSpPr>
            <a:cxnSpLocks/>
          </p:cNvCxnSpPr>
          <p:nvPr/>
        </p:nvCxnSpPr>
        <p:spPr>
          <a:xfrm flipV="1">
            <a:off x="5829300" y="1358430"/>
            <a:ext cx="0" cy="2011303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219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사다리꼴 266">
            <a:extLst>
              <a:ext uri="{FF2B5EF4-FFF2-40B4-BE49-F238E27FC236}">
                <a16:creationId xmlns:a16="http://schemas.microsoft.com/office/drawing/2014/main" id="{6821A125-9C28-4818-9ED5-7E8631DB0FF6}"/>
              </a:ext>
            </a:extLst>
          </p:cNvPr>
          <p:cNvSpPr/>
          <p:nvPr/>
        </p:nvSpPr>
        <p:spPr>
          <a:xfrm rot="16200000">
            <a:off x="5654965" y="1557198"/>
            <a:ext cx="1160213" cy="1938935"/>
          </a:xfrm>
          <a:prstGeom prst="trapezoid">
            <a:avLst>
              <a:gd name="adj" fmla="val 34135"/>
            </a:avLst>
          </a:prstGeom>
          <a:gradFill>
            <a:gsLst>
              <a:gs pos="0">
                <a:srgbClr val="877AE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6010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4: Photobleaching/Internal filter/Self-quenching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7793219" y="627611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Park,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Jeeyeon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, et al. 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Journal of Dental Sciences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20.2 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): 802-810.</a:t>
            </a: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DOI: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https://www.sciencedirect.com/science/article/pii/S1991790224003362?via%3Dihub</a:t>
            </a:r>
          </a:p>
          <a:p>
            <a:pPr algn="r"/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114009-621A-4B57-8554-F8C3A0F40CBD}"/>
              </a:ext>
            </a:extLst>
          </p:cNvPr>
          <p:cNvSpPr/>
          <p:nvPr/>
        </p:nvSpPr>
        <p:spPr>
          <a:xfrm>
            <a:off x="4902089" y="4169738"/>
            <a:ext cx="38683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동일시간 반응 비교</a:t>
            </a:r>
            <a:r>
              <a:rPr lang="en-US" altLang="ko-KR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</a:t>
            </a:r>
            <a:r>
              <a:rPr lang="en-US" altLang="ko-KR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고농도에서 형광 다시 감소하는 양상 </a:t>
            </a:r>
            <a:endParaRPr lang="ko-KR" altLang="en-US" sz="1000" baseline="30000" dirty="0">
              <a:solidFill>
                <a:srgbClr val="FF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B9261A0-A22E-4AA6-954E-25D565085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864840"/>
              </p:ext>
            </p:extLst>
          </p:nvPr>
        </p:nvGraphicFramePr>
        <p:xfrm>
          <a:off x="5114956" y="4521001"/>
          <a:ext cx="4686300" cy="12487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934447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2071824918"/>
                    </a:ext>
                  </a:extLst>
                </a:gridCol>
                <a:gridCol w="150918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Photobleaching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Internal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FF0000"/>
                          </a:solidFill>
                        </a:rPr>
                        <a:t>Self-quenching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광화학적 분해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빛의 재흡수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형광체 간 에너지 소실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의존성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농도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</a:rPr>
                        <a:t>광경로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농도</a:t>
                      </a:r>
                      <a:r>
                        <a:rPr lang="en-US" altLang="ko-KR" sz="100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분자간 거리</a:t>
                      </a:r>
                      <a:r>
                        <a:rPr lang="en-US" altLang="ko-KR" sz="100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복원 가능성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대표 상황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장시간 측정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고농도 시료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고농도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응집상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25733D7D-FF21-4E10-9962-E8359088EFAA}"/>
              </a:ext>
            </a:extLst>
          </p:cNvPr>
          <p:cNvGrpSpPr/>
          <p:nvPr/>
        </p:nvGrpSpPr>
        <p:grpSpPr>
          <a:xfrm>
            <a:off x="1885120" y="3928978"/>
            <a:ext cx="3229836" cy="1958293"/>
            <a:chOff x="284889" y="3133770"/>
            <a:chExt cx="5114925" cy="3101248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5416295B-BB6B-4A19-8081-B06DF432C16B}"/>
                </a:ext>
              </a:extLst>
            </p:cNvPr>
            <p:cNvGrpSpPr/>
            <p:nvPr/>
          </p:nvGrpSpPr>
          <p:grpSpPr>
            <a:xfrm>
              <a:off x="284889" y="3133770"/>
              <a:ext cx="5114925" cy="3031777"/>
              <a:chOff x="284889" y="3133770"/>
              <a:chExt cx="5114925" cy="3031777"/>
            </a:xfrm>
          </p:grpSpPr>
          <p:pic>
            <p:nvPicPr>
              <p:cNvPr id="9" name="Picture 2" descr="그림 2">
                <a:extLst>
                  <a:ext uri="{FF2B5EF4-FFF2-40B4-BE49-F238E27FC236}">
                    <a16:creationId xmlns:a16="http://schemas.microsoft.com/office/drawing/2014/main" id="{EA6E2793-3515-4550-A0E2-D23760EF65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5431" b="176"/>
              <a:stretch/>
            </p:blipFill>
            <p:spPr bwMode="auto">
              <a:xfrm>
                <a:off x="284889" y="3133770"/>
                <a:ext cx="5114925" cy="30317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74768006-9891-4820-9191-CBA55628115A}"/>
                  </a:ext>
                </a:extLst>
              </p:cNvPr>
              <p:cNvSpPr/>
              <p:nvPr/>
            </p:nvSpPr>
            <p:spPr>
              <a:xfrm>
                <a:off x="1068538" y="3349971"/>
                <a:ext cx="3732062" cy="2534414"/>
              </a:xfrm>
              <a:custGeom>
                <a:avLst/>
                <a:gdLst>
                  <a:gd name="connsiteX0" fmla="*/ 217337 w 3732062"/>
                  <a:gd name="connsiteY0" fmla="*/ 2379116 h 2534414"/>
                  <a:gd name="connsiteX1" fmla="*/ 912662 w 3732062"/>
                  <a:gd name="connsiteY1" fmla="*/ 931316 h 2534414"/>
                  <a:gd name="connsiteX2" fmla="*/ 1798487 w 3732062"/>
                  <a:gd name="connsiteY2" fmla="*/ 350291 h 2534414"/>
                  <a:gd name="connsiteX3" fmla="*/ 2865287 w 3732062"/>
                  <a:gd name="connsiteY3" fmla="*/ 359816 h 2534414"/>
                  <a:gd name="connsiteX4" fmla="*/ 3408212 w 3732062"/>
                  <a:gd name="connsiteY4" fmla="*/ 950366 h 2534414"/>
                  <a:gd name="connsiteX5" fmla="*/ 3732062 w 3732062"/>
                  <a:gd name="connsiteY5" fmla="*/ 950366 h 2534414"/>
                  <a:gd name="connsiteX6" fmla="*/ 3408212 w 3732062"/>
                  <a:gd name="connsiteY6" fmla="*/ 331241 h 2534414"/>
                  <a:gd name="connsiteX7" fmla="*/ 2760512 w 3732062"/>
                  <a:gd name="connsiteY7" fmla="*/ 26441 h 2534414"/>
                  <a:gd name="connsiteX8" fmla="*/ 1341287 w 3732062"/>
                  <a:gd name="connsiteY8" fmla="*/ 131216 h 2534414"/>
                  <a:gd name="connsiteX9" fmla="*/ 417362 w 3732062"/>
                  <a:gd name="connsiteY9" fmla="*/ 1045616 h 2534414"/>
                  <a:gd name="connsiteX10" fmla="*/ 26837 w 3732062"/>
                  <a:gd name="connsiteY10" fmla="*/ 2102891 h 2534414"/>
                  <a:gd name="connsiteX11" fmla="*/ 55412 w 3732062"/>
                  <a:gd name="connsiteY11" fmla="*/ 2464841 h 2534414"/>
                  <a:gd name="connsiteX12" fmla="*/ 217337 w 3732062"/>
                  <a:gd name="connsiteY12" fmla="*/ 2379116 h 2534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32062" h="2534414">
                    <a:moveTo>
                      <a:pt x="217337" y="2379116"/>
                    </a:moveTo>
                    <a:cubicBezTo>
                      <a:pt x="360212" y="2123528"/>
                      <a:pt x="649137" y="1269453"/>
                      <a:pt x="912662" y="931316"/>
                    </a:cubicBezTo>
                    <a:cubicBezTo>
                      <a:pt x="1176187" y="593178"/>
                      <a:pt x="1473050" y="445541"/>
                      <a:pt x="1798487" y="350291"/>
                    </a:cubicBezTo>
                    <a:cubicBezTo>
                      <a:pt x="2123924" y="255041"/>
                      <a:pt x="2597000" y="259804"/>
                      <a:pt x="2865287" y="359816"/>
                    </a:cubicBezTo>
                    <a:cubicBezTo>
                      <a:pt x="3133574" y="459828"/>
                      <a:pt x="3263749" y="851941"/>
                      <a:pt x="3408212" y="950366"/>
                    </a:cubicBezTo>
                    <a:cubicBezTo>
                      <a:pt x="3552675" y="1048791"/>
                      <a:pt x="3732062" y="1053553"/>
                      <a:pt x="3732062" y="950366"/>
                    </a:cubicBezTo>
                    <a:cubicBezTo>
                      <a:pt x="3732062" y="847179"/>
                      <a:pt x="3570137" y="485228"/>
                      <a:pt x="3408212" y="331241"/>
                    </a:cubicBezTo>
                    <a:cubicBezTo>
                      <a:pt x="3246287" y="177254"/>
                      <a:pt x="3104999" y="59778"/>
                      <a:pt x="2760512" y="26441"/>
                    </a:cubicBezTo>
                    <a:cubicBezTo>
                      <a:pt x="2416025" y="-6896"/>
                      <a:pt x="1731812" y="-38647"/>
                      <a:pt x="1341287" y="131216"/>
                    </a:cubicBezTo>
                    <a:cubicBezTo>
                      <a:pt x="950762" y="301078"/>
                      <a:pt x="636437" y="717004"/>
                      <a:pt x="417362" y="1045616"/>
                    </a:cubicBezTo>
                    <a:cubicBezTo>
                      <a:pt x="198287" y="1374228"/>
                      <a:pt x="87162" y="1866353"/>
                      <a:pt x="26837" y="2102891"/>
                    </a:cubicBezTo>
                    <a:cubicBezTo>
                      <a:pt x="-33488" y="2339429"/>
                      <a:pt x="22075" y="2421979"/>
                      <a:pt x="55412" y="2464841"/>
                    </a:cubicBezTo>
                    <a:cubicBezTo>
                      <a:pt x="88749" y="2507703"/>
                      <a:pt x="74462" y="2634704"/>
                      <a:pt x="217337" y="2379116"/>
                    </a:cubicBezTo>
                    <a:close/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화살표: 오른쪽 11">
                <a:extLst>
                  <a:ext uri="{FF2B5EF4-FFF2-40B4-BE49-F238E27FC236}">
                    <a16:creationId xmlns:a16="http://schemas.microsoft.com/office/drawing/2014/main" id="{2BA48F63-6EF1-4CFB-9B97-EC33FDDAC594}"/>
                  </a:ext>
                </a:extLst>
              </p:cNvPr>
              <p:cNvSpPr/>
              <p:nvPr/>
            </p:nvSpPr>
            <p:spPr>
              <a:xfrm>
                <a:off x="4343290" y="3645350"/>
                <a:ext cx="841201" cy="129329"/>
              </a:xfrm>
              <a:prstGeom prst="rightArrow">
                <a:avLst>
                  <a:gd name="adj1" fmla="val 35271"/>
                  <a:gd name="adj2" fmla="val 64116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00A2EEE-7272-4178-BC4B-24B26ABD67D6}"/>
                </a:ext>
              </a:extLst>
            </p:cNvPr>
            <p:cNvSpPr/>
            <p:nvPr/>
          </p:nvSpPr>
          <p:spPr>
            <a:xfrm>
              <a:off x="3714640" y="6159329"/>
              <a:ext cx="327135" cy="7568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748FC84-F2D8-4AE6-97BD-8CE43745FC69}"/>
              </a:ext>
            </a:extLst>
          </p:cNvPr>
          <p:cNvSpPr txBox="1"/>
          <p:nvPr/>
        </p:nvSpPr>
        <p:spPr>
          <a:xfrm>
            <a:off x="96000" y="126942"/>
            <a:ext cx="694632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– Hypothesis (Hydrogel</a:t>
            </a:r>
            <a:r>
              <a:rPr lang="ko-KR" alt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Non-immobilization)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75041E-AB56-4E8B-B04A-936022E66346}"/>
              </a:ext>
            </a:extLst>
          </p:cNvPr>
          <p:cNvSpPr/>
          <p:nvPr/>
        </p:nvSpPr>
        <p:spPr>
          <a:xfrm>
            <a:off x="1529209" y="1596424"/>
            <a:ext cx="16305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Photobleaching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5FD8AFB-47E3-42B4-A01B-DF615D192EEC}"/>
              </a:ext>
            </a:extLst>
          </p:cNvPr>
          <p:cNvCxnSpPr>
            <a:cxnSpLocks/>
          </p:cNvCxnSpPr>
          <p:nvPr/>
        </p:nvCxnSpPr>
        <p:spPr>
          <a:xfrm flipV="1">
            <a:off x="4495621" y="1907384"/>
            <a:ext cx="0" cy="1555577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4F5E6DB4-0D81-477C-8ED8-AFB8E2F3E253}"/>
              </a:ext>
            </a:extLst>
          </p:cNvPr>
          <p:cNvGrpSpPr/>
          <p:nvPr/>
        </p:nvGrpSpPr>
        <p:grpSpPr>
          <a:xfrm rot="8100000">
            <a:off x="1608676" y="2912281"/>
            <a:ext cx="227434" cy="209780"/>
            <a:chOff x="3984021" y="1132618"/>
            <a:chExt cx="741250" cy="683712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2726B8D3-42B1-4BF9-AECA-690B578F482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96E50303-5322-435F-ADB5-BD13A2D6D347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화살표: 오각형 105">
              <a:extLst>
                <a:ext uri="{FF2B5EF4-FFF2-40B4-BE49-F238E27FC236}">
                  <a16:creationId xmlns:a16="http://schemas.microsoft.com/office/drawing/2014/main" id="{70A3C3F2-C726-4C26-A112-AEC8BB431E6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23B8BAE-330D-4F47-84FE-C7B7505DD465}"/>
              </a:ext>
            </a:extLst>
          </p:cNvPr>
          <p:cNvGrpSpPr/>
          <p:nvPr/>
        </p:nvGrpSpPr>
        <p:grpSpPr>
          <a:xfrm>
            <a:off x="1970387" y="2942350"/>
            <a:ext cx="232835" cy="209780"/>
            <a:chOff x="10380089" y="3275696"/>
            <a:chExt cx="232835" cy="209780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5BB11751-3108-4229-AAE6-E1DC68EBB7CE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별: 꼭짓점 5개 82">
              <a:extLst>
                <a:ext uri="{FF2B5EF4-FFF2-40B4-BE49-F238E27FC236}">
                  <a16:creationId xmlns:a16="http://schemas.microsoft.com/office/drawing/2014/main" id="{12C6CAB3-D909-4207-A7C1-67FCDED45270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자유형: 도형 83">
              <a:extLst>
                <a:ext uri="{FF2B5EF4-FFF2-40B4-BE49-F238E27FC236}">
                  <a16:creationId xmlns:a16="http://schemas.microsoft.com/office/drawing/2014/main" id="{C389894C-F166-4F45-A913-CB96A093142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B09A9980-10A9-4990-999F-ED7FEFA6F625}"/>
              </a:ext>
            </a:extLst>
          </p:cNvPr>
          <p:cNvGrpSpPr/>
          <p:nvPr/>
        </p:nvGrpSpPr>
        <p:grpSpPr>
          <a:xfrm>
            <a:off x="1999110" y="2618643"/>
            <a:ext cx="383413" cy="209780"/>
            <a:chOff x="3984021" y="1132618"/>
            <a:chExt cx="1249614" cy="683712"/>
          </a:xfrm>
        </p:grpSpPr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E9B31970-3DCF-4C3E-9DD7-4E36E564A89A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6987417A-A0E5-49EA-BF3F-0C4C85EB3EE4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412FC6A7-5861-4F96-B880-5DF66A6BBAF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별: 꼭짓점 5개 110">
              <a:extLst>
                <a:ext uri="{FF2B5EF4-FFF2-40B4-BE49-F238E27FC236}">
                  <a16:creationId xmlns:a16="http://schemas.microsoft.com/office/drawing/2014/main" id="{E3497306-0731-4C4C-BA6E-B1D6A02AAB0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80174AE8-B5D7-43D8-B026-E87037E611E9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화살표: 오각형 112">
              <a:extLst>
                <a:ext uri="{FF2B5EF4-FFF2-40B4-BE49-F238E27FC236}">
                  <a16:creationId xmlns:a16="http://schemas.microsoft.com/office/drawing/2014/main" id="{D69D3451-F12D-4339-9E9C-F3A6ED1D30A7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0" name="자유형: 도형 119">
            <a:extLst>
              <a:ext uri="{FF2B5EF4-FFF2-40B4-BE49-F238E27FC236}">
                <a16:creationId xmlns:a16="http://schemas.microsoft.com/office/drawing/2014/main" id="{E304DBF9-61D4-4BFB-BE7F-5C8CA5E70E1F}"/>
              </a:ext>
            </a:extLst>
          </p:cNvPr>
          <p:cNvSpPr/>
          <p:nvPr/>
        </p:nvSpPr>
        <p:spPr>
          <a:xfrm>
            <a:off x="3551479" y="2627664"/>
            <a:ext cx="80254" cy="79432"/>
          </a:xfrm>
          <a:custGeom>
            <a:avLst/>
            <a:gdLst>
              <a:gd name="connsiteX0" fmla="*/ 87158 w 367277"/>
              <a:gd name="connsiteY0" fmla="*/ 0 h 363517"/>
              <a:gd name="connsiteX1" fmla="*/ 177837 w 367277"/>
              <a:gd name="connsiteY1" fmla="*/ 178461 h 363517"/>
              <a:gd name="connsiteX2" fmla="*/ 367277 w 367277"/>
              <a:gd name="connsiteY2" fmla="*/ 213992 h 363517"/>
              <a:gd name="connsiteX3" fmla="*/ 235882 w 367277"/>
              <a:gd name="connsiteY3" fmla="*/ 357628 h 363517"/>
              <a:gd name="connsiteX4" fmla="*/ 225593 w 367277"/>
              <a:gd name="connsiteY4" fmla="*/ 358500 h 363517"/>
              <a:gd name="connsiteX5" fmla="*/ 95815 w 367277"/>
              <a:gd name="connsiteY5" fmla="*/ 349273 h 363517"/>
              <a:gd name="connsiteX6" fmla="*/ 17234 w 367277"/>
              <a:gd name="connsiteY6" fmla="*/ 220388 h 363517"/>
              <a:gd name="connsiteX7" fmla="*/ 0 w 367277"/>
              <a:gd name="connsiteY7" fmla="*/ 171533 h 363517"/>
              <a:gd name="connsiteX8" fmla="*/ 87158 w 367277"/>
              <a:gd name="connsiteY8" fmla="*/ 0 h 36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7277" h="363517">
                <a:moveTo>
                  <a:pt x="87158" y="0"/>
                </a:moveTo>
                <a:lnTo>
                  <a:pt x="177837" y="178461"/>
                </a:lnTo>
                <a:lnTo>
                  <a:pt x="367277" y="213992"/>
                </a:lnTo>
                <a:lnTo>
                  <a:pt x="235882" y="357628"/>
                </a:lnTo>
                <a:lnTo>
                  <a:pt x="225593" y="358500"/>
                </a:lnTo>
                <a:cubicBezTo>
                  <a:pt x="176778" y="364156"/>
                  <a:pt x="127565" y="369117"/>
                  <a:pt x="95815" y="349273"/>
                </a:cubicBezTo>
                <a:cubicBezTo>
                  <a:pt x="64065" y="329430"/>
                  <a:pt x="37871" y="274462"/>
                  <a:pt x="17234" y="220388"/>
                </a:cubicBezTo>
                <a:lnTo>
                  <a:pt x="0" y="171533"/>
                </a:lnTo>
                <a:lnTo>
                  <a:pt x="87158" y="0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화살표: 아래쪽 121">
            <a:extLst>
              <a:ext uri="{FF2B5EF4-FFF2-40B4-BE49-F238E27FC236}">
                <a16:creationId xmlns:a16="http://schemas.microsoft.com/office/drawing/2014/main" id="{6EC10F10-F0FC-4E78-A9C2-8C8E2EF5F6A6}"/>
              </a:ext>
            </a:extLst>
          </p:cNvPr>
          <p:cNvSpPr/>
          <p:nvPr/>
        </p:nvSpPr>
        <p:spPr>
          <a:xfrm rot="16200000">
            <a:off x="2833225" y="2524143"/>
            <a:ext cx="217708" cy="781644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F751777-F05D-4D8F-99C4-22610FDA8225}"/>
              </a:ext>
            </a:extLst>
          </p:cNvPr>
          <p:cNvGrpSpPr/>
          <p:nvPr/>
        </p:nvGrpSpPr>
        <p:grpSpPr>
          <a:xfrm>
            <a:off x="3400901" y="2810316"/>
            <a:ext cx="371008" cy="209780"/>
            <a:chOff x="3984021" y="1132618"/>
            <a:chExt cx="1209184" cy="683712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17FBDCF6-2B54-4205-995E-4472947CB771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1F903F30-F376-4D34-A9E3-46816CAA1E46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8B068D80-7924-42FF-80D5-9302BA41387A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3B82B5CB-7ED2-4BC8-A331-8D099C44DD26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화살표: 오각형 128">
              <a:extLst>
                <a:ext uri="{FF2B5EF4-FFF2-40B4-BE49-F238E27FC236}">
                  <a16:creationId xmlns:a16="http://schemas.microsoft.com/office/drawing/2014/main" id="{8E79659E-3AC0-4667-818D-9B08CAB88E57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8" name="자유형: 도형 117">
            <a:extLst>
              <a:ext uri="{FF2B5EF4-FFF2-40B4-BE49-F238E27FC236}">
                <a16:creationId xmlns:a16="http://schemas.microsoft.com/office/drawing/2014/main" id="{FB35727D-5B92-4A74-ABE3-B456615B5BC2}"/>
              </a:ext>
            </a:extLst>
          </p:cNvPr>
          <p:cNvSpPr/>
          <p:nvPr/>
        </p:nvSpPr>
        <p:spPr>
          <a:xfrm>
            <a:off x="3677634" y="2809869"/>
            <a:ext cx="99038" cy="83025"/>
          </a:xfrm>
          <a:custGeom>
            <a:avLst/>
            <a:gdLst>
              <a:gd name="connsiteX0" fmla="*/ 179753 w 453242"/>
              <a:gd name="connsiteY0" fmla="*/ 0 h 379961"/>
              <a:gd name="connsiteX1" fmla="*/ 183518 w 453242"/>
              <a:gd name="connsiteY1" fmla="*/ 24817 h 379961"/>
              <a:gd name="connsiteX2" fmla="*/ 245914 w 453242"/>
              <a:gd name="connsiteY2" fmla="*/ 207095 h 379961"/>
              <a:gd name="connsiteX3" fmla="*/ 372418 w 453242"/>
              <a:gd name="connsiteY3" fmla="*/ 219299 h 379961"/>
              <a:gd name="connsiteX4" fmla="*/ 431439 w 453242"/>
              <a:gd name="connsiteY4" fmla="*/ 214452 h 379961"/>
              <a:gd name="connsiteX5" fmla="*/ 453242 w 453242"/>
              <a:gd name="connsiteY5" fmla="*/ 379961 h 379961"/>
              <a:gd name="connsiteX6" fmla="*/ 280119 w 453242"/>
              <a:gd name="connsiteY6" fmla="*/ 291625 h 379961"/>
              <a:gd name="connsiteX7" fmla="*/ 106996 w 453242"/>
              <a:gd name="connsiteY7" fmla="*/ 379961 h 379961"/>
              <a:gd name="connsiteX8" fmla="*/ 133398 w 453242"/>
              <a:gd name="connsiteY8" fmla="*/ 179540 h 379961"/>
              <a:gd name="connsiteX9" fmla="*/ 0 w 453242"/>
              <a:gd name="connsiteY9" fmla="*/ 33714 h 379961"/>
              <a:gd name="connsiteX10" fmla="*/ 179753 w 453242"/>
              <a:gd name="connsiteY10" fmla="*/ 0 h 379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3242" h="379961">
                <a:moveTo>
                  <a:pt x="179753" y="0"/>
                </a:moveTo>
                <a:lnTo>
                  <a:pt x="183518" y="24817"/>
                </a:lnTo>
                <a:cubicBezTo>
                  <a:pt x="192485" y="87586"/>
                  <a:pt x="204243" y="176139"/>
                  <a:pt x="245914" y="207095"/>
                </a:cubicBezTo>
                <a:cubicBezTo>
                  <a:pt x="273696" y="227733"/>
                  <a:pt x="322313" y="224359"/>
                  <a:pt x="372418" y="219299"/>
                </a:cubicBezTo>
                <a:lnTo>
                  <a:pt x="431439" y="214452"/>
                </a:lnTo>
                <a:lnTo>
                  <a:pt x="453242" y="379961"/>
                </a:lnTo>
                <a:lnTo>
                  <a:pt x="280119" y="291625"/>
                </a:lnTo>
                <a:lnTo>
                  <a:pt x="106996" y="379961"/>
                </a:lnTo>
                <a:lnTo>
                  <a:pt x="133398" y="179540"/>
                </a:lnTo>
                <a:lnTo>
                  <a:pt x="0" y="33714"/>
                </a:lnTo>
                <a:lnTo>
                  <a:pt x="179753" y="0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7A3F8E70-8FE4-44D1-8A14-741D39B325C8}"/>
              </a:ext>
            </a:extLst>
          </p:cNvPr>
          <p:cNvGrpSpPr/>
          <p:nvPr/>
        </p:nvGrpSpPr>
        <p:grpSpPr>
          <a:xfrm rot="8100000">
            <a:off x="3857084" y="2620586"/>
            <a:ext cx="227434" cy="209780"/>
            <a:chOff x="3984021" y="1132618"/>
            <a:chExt cx="741250" cy="683712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76858010-C980-407A-B82F-3335B6EA832D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ABEEF3ED-1DB0-4187-B673-C1F63BE846A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화살표: 오각형 132">
              <a:extLst>
                <a:ext uri="{FF2B5EF4-FFF2-40B4-BE49-F238E27FC236}">
                  <a16:creationId xmlns:a16="http://schemas.microsoft.com/office/drawing/2014/main" id="{6D172708-DDFF-4041-92EA-38779C0C35EF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DC2F1D6-DD22-4F26-ACCB-0ED3CAFCD29B}"/>
              </a:ext>
            </a:extLst>
          </p:cNvPr>
          <p:cNvGrpSpPr/>
          <p:nvPr/>
        </p:nvGrpSpPr>
        <p:grpSpPr>
          <a:xfrm rot="900000">
            <a:off x="4053065" y="2818832"/>
            <a:ext cx="220430" cy="203100"/>
            <a:chOff x="2755165" y="2714505"/>
            <a:chExt cx="220430" cy="203100"/>
          </a:xfrm>
        </p:grpSpPr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4C722A94-5BA0-43B4-9EC8-46150B758E91}"/>
                </a:ext>
              </a:extLst>
            </p:cNvPr>
            <p:cNvGrpSpPr/>
            <p:nvPr/>
          </p:nvGrpSpPr>
          <p:grpSpPr>
            <a:xfrm>
              <a:off x="2755165" y="2767512"/>
              <a:ext cx="220430" cy="150093"/>
              <a:chOff x="10380089" y="3335383"/>
              <a:chExt cx="220430" cy="150093"/>
            </a:xfrm>
          </p:grpSpPr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5522CD4C-CF58-4B9C-B802-2A8606B968A1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7" name="자유형: 도형 136">
                <a:extLst>
                  <a:ext uri="{FF2B5EF4-FFF2-40B4-BE49-F238E27FC236}">
                    <a16:creationId xmlns:a16="http://schemas.microsoft.com/office/drawing/2014/main" id="{B452B4F0-61B3-4EBC-87E9-795C8908EBBF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8" name="자유형: 도형 137">
              <a:extLst>
                <a:ext uri="{FF2B5EF4-FFF2-40B4-BE49-F238E27FC236}">
                  <a16:creationId xmlns:a16="http://schemas.microsoft.com/office/drawing/2014/main" id="{F0AF1EA6-66BD-4265-8CB3-B9361D711162}"/>
                </a:ext>
              </a:extLst>
            </p:cNvPr>
            <p:cNvSpPr/>
            <p:nvPr/>
          </p:nvSpPr>
          <p:spPr>
            <a:xfrm>
              <a:off x="2876557" y="2714505"/>
              <a:ext cx="99038" cy="83025"/>
            </a:xfrm>
            <a:custGeom>
              <a:avLst/>
              <a:gdLst>
                <a:gd name="connsiteX0" fmla="*/ 179753 w 453242"/>
                <a:gd name="connsiteY0" fmla="*/ 0 h 379961"/>
                <a:gd name="connsiteX1" fmla="*/ 183518 w 453242"/>
                <a:gd name="connsiteY1" fmla="*/ 24817 h 379961"/>
                <a:gd name="connsiteX2" fmla="*/ 245914 w 453242"/>
                <a:gd name="connsiteY2" fmla="*/ 207095 h 379961"/>
                <a:gd name="connsiteX3" fmla="*/ 372418 w 453242"/>
                <a:gd name="connsiteY3" fmla="*/ 219299 h 379961"/>
                <a:gd name="connsiteX4" fmla="*/ 431439 w 453242"/>
                <a:gd name="connsiteY4" fmla="*/ 214452 h 379961"/>
                <a:gd name="connsiteX5" fmla="*/ 453242 w 453242"/>
                <a:gd name="connsiteY5" fmla="*/ 379961 h 379961"/>
                <a:gd name="connsiteX6" fmla="*/ 280119 w 453242"/>
                <a:gd name="connsiteY6" fmla="*/ 291625 h 379961"/>
                <a:gd name="connsiteX7" fmla="*/ 106996 w 453242"/>
                <a:gd name="connsiteY7" fmla="*/ 379961 h 379961"/>
                <a:gd name="connsiteX8" fmla="*/ 133398 w 453242"/>
                <a:gd name="connsiteY8" fmla="*/ 179540 h 379961"/>
                <a:gd name="connsiteX9" fmla="*/ 0 w 453242"/>
                <a:gd name="connsiteY9" fmla="*/ 33714 h 379961"/>
                <a:gd name="connsiteX10" fmla="*/ 179753 w 453242"/>
                <a:gd name="connsiteY10" fmla="*/ 0 h 37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3242" h="379961">
                  <a:moveTo>
                    <a:pt x="179753" y="0"/>
                  </a:moveTo>
                  <a:lnTo>
                    <a:pt x="183518" y="24817"/>
                  </a:lnTo>
                  <a:cubicBezTo>
                    <a:pt x="192485" y="87586"/>
                    <a:pt x="204243" y="176139"/>
                    <a:pt x="245914" y="207095"/>
                  </a:cubicBezTo>
                  <a:cubicBezTo>
                    <a:pt x="273696" y="227733"/>
                    <a:pt x="322313" y="224359"/>
                    <a:pt x="372418" y="219299"/>
                  </a:cubicBezTo>
                  <a:lnTo>
                    <a:pt x="431439" y="214452"/>
                  </a:lnTo>
                  <a:lnTo>
                    <a:pt x="453242" y="379961"/>
                  </a:lnTo>
                  <a:lnTo>
                    <a:pt x="280119" y="291625"/>
                  </a:lnTo>
                  <a:lnTo>
                    <a:pt x="106996" y="379961"/>
                  </a:lnTo>
                  <a:lnTo>
                    <a:pt x="133398" y="179540"/>
                  </a:lnTo>
                  <a:lnTo>
                    <a:pt x="0" y="33714"/>
                  </a:lnTo>
                  <a:lnTo>
                    <a:pt x="1797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9" name="자유형: 도형 138">
            <a:extLst>
              <a:ext uri="{FF2B5EF4-FFF2-40B4-BE49-F238E27FC236}">
                <a16:creationId xmlns:a16="http://schemas.microsoft.com/office/drawing/2014/main" id="{8523B43A-2E00-4B7E-A6B0-0B662A751B5A}"/>
              </a:ext>
            </a:extLst>
          </p:cNvPr>
          <p:cNvSpPr/>
          <p:nvPr/>
        </p:nvSpPr>
        <p:spPr>
          <a:xfrm>
            <a:off x="3884476" y="3091406"/>
            <a:ext cx="80254" cy="79432"/>
          </a:xfrm>
          <a:custGeom>
            <a:avLst/>
            <a:gdLst>
              <a:gd name="connsiteX0" fmla="*/ 87158 w 367277"/>
              <a:gd name="connsiteY0" fmla="*/ 0 h 363517"/>
              <a:gd name="connsiteX1" fmla="*/ 177837 w 367277"/>
              <a:gd name="connsiteY1" fmla="*/ 178461 h 363517"/>
              <a:gd name="connsiteX2" fmla="*/ 367277 w 367277"/>
              <a:gd name="connsiteY2" fmla="*/ 213992 h 363517"/>
              <a:gd name="connsiteX3" fmla="*/ 235882 w 367277"/>
              <a:gd name="connsiteY3" fmla="*/ 357628 h 363517"/>
              <a:gd name="connsiteX4" fmla="*/ 225593 w 367277"/>
              <a:gd name="connsiteY4" fmla="*/ 358500 h 363517"/>
              <a:gd name="connsiteX5" fmla="*/ 95815 w 367277"/>
              <a:gd name="connsiteY5" fmla="*/ 349273 h 363517"/>
              <a:gd name="connsiteX6" fmla="*/ 17234 w 367277"/>
              <a:gd name="connsiteY6" fmla="*/ 220388 h 363517"/>
              <a:gd name="connsiteX7" fmla="*/ 0 w 367277"/>
              <a:gd name="connsiteY7" fmla="*/ 171533 h 363517"/>
              <a:gd name="connsiteX8" fmla="*/ 87158 w 367277"/>
              <a:gd name="connsiteY8" fmla="*/ 0 h 36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7277" h="363517">
                <a:moveTo>
                  <a:pt x="87158" y="0"/>
                </a:moveTo>
                <a:lnTo>
                  <a:pt x="177837" y="178461"/>
                </a:lnTo>
                <a:lnTo>
                  <a:pt x="367277" y="213992"/>
                </a:lnTo>
                <a:lnTo>
                  <a:pt x="235882" y="357628"/>
                </a:lnTo>
                <a:lnTo>
                  <a:pt x="225593" y="358500"/>
                </a:lnTo>
                <a:cubicBezTo>
                  <a:pt x="176778" y="364156"/>
                  <a:pt x="127565" y="369117"/>
                  <a:pt x="95815" y="349273"/>
                </a:cubicBezTo>
                <a:cubicBezTo>
                  <a:pt x="64065" y="329430"/>
                  <a:pt x="37871" y="274462"/>
                  <a:pt x="17234" y="220388"/>
                </a:cubicBezTo>
                <a:lnTo>
                  <a:pt x="0" y="171533"/>
                </a:lnTo>
                <a:lnTo>
                  <a:pt x="87158" y="0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번개 139">
            <a:extLst>
              <a:ext uri="{FF2B5EF4-FFF2-40B4-BE49-F238E27FC236}">
                <a16:creationId xmlns:a16="http://schemas.microsoft.com/office/drawing/2014/main" id="{45981129-45AE-41BE-9CE2-29F9349494C1}"/>
              </a:ext>
            </a:extLst>
          </p:cNvPr>
          <p:cNvSpPr/>
          <p:nvPr/>
        </p:nvSpPr>
        <p:spPr>
          <a:xfrm>
            <a:off x="1332755" y="2294288"/>
            <a:ext cx="338766" cy="338766"/>
          </a:xfrm>
          <a:prstGeom prst="lightningBolt">
            <a:avLst/>
          </a:prstGeom>
          <a:solidFill>
            <a:srgbClr val="877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번개 140">
            <a:extLst>
              <a:ext uri="{FF2B5EF4-FFF2-40B4-BE49-F238E27FC236}">
                <a16:creationId xmlns:a16="http://schemas.microsoft.com/office/drawing/2014/main" id="{96B5BAEA-E400-412E-A13B-ADA979DF11D5}"/>
              </a:ext>
            </a:extLst>
          </p:cNvPr>
          <p:cNvSpPr/>
          <p:nvPr/>
        </p:nvSpPr>
        <p:spPr>
          <a:xfrm>
            <a:off x="1480351" y="2127707"/>
            <a:ext cx="294332" cy="294332"/>
          </a:xfrm>
          <a:prstGeom prst="lightningBolt">
            <a:avLst/>
          </a:prstGeom>
          <a:solidFill>
            <a:srgbClr val="877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BEE4219B-440D-4BC6-B639-7B8D4D8B8695}"/>
              </a:ext>
            </a:extLst>
          </p:cNvPr>
          <p:cNvGrpSpPr/>
          <p:nvPr/>
        </p:nvGrpSpPr>
        <p:grpSpPr>
          <a:xfrm rot="8100000">
            <a:off x="7740311" y="2392996"/>
            <a:ext cx="227434" cy="209780"/>
            <a:chOff x="3984021" y="1132618"/>
            <a:chExt cx="741250" cy="683712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B78C59B2-EC2C-4C80-84BF-1E93C4499BF1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DFCF2BF3-CFF6-4F05-924D-9A089946309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화살표: 오각형 147">
              <a:extLst>
                <a:ext uri="{FF2B5EF4-FFF2-40B4-BE49-F238E27FC236}">
                  <a16:creationId xmlns:a16="http://schemas.microsoft.com/office/drawing/2014/main" id="{5DE50493-5C66-42A9-9F4F-0B956BC5122E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4E646F42-1F95-4858-BBC7-F489D0A48E44}"/>
              </a:ext>
            </a:extLst>
          </p:cNvPr>
          <p:cNvGrpSpPr/>
          <p:nvPr/>
        </p:nvGrpSpPr>
        <p:grpSpPr>
          <a:xfrm>
            <a:off x="8501663" y="2630582"/>
            <a:ext cx="232835" cy="209780"/>
            <a:chOff x="10380089" y="3275696"/>
            <a:chExt cx="232835" cy="209780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C4814787-58F1-45D7-80B5-3B2CBA3748A8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별: 꼭짓점 5개 150">
              <a:extLst>
                <a:ext uri="{FF2B5EF4-FFF2-40B4-BE49-F238E27FC236}">
                  <a16:creationId xmlns:a16="http://schemas.microsoft.com/office/drawing/2014/main" id="{F88A735D-BA0D-4101-BF1E-7D0944CE6D50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자유형: 도형 151">
              <a:extLst>
                <a:ext uri="{FF2B5EF4-FFF2-40B4-BE49-F238E27FC236}">
                  <a16:creationId xmlns:a16="http://schemas.microsoft.com/office/drawing/2014/main" id="{60ABAA38-8EB1-4DFE-95D9-987582540B30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0CD28F8C-2992-4926-83E4-996C7536F78A}"/>
              </a:ext>
            </a:extLst>
          </p:cNvPr>
          <p:cNvGrpSpPr/>
          <p:nvPr/>
        </p:nvGrpSpPr>
        <p:grpSpPr>
          <a:xfrm>
            <a:off x="8379043" y="2045345"/>
            <a:ext cx="232835" cy="209780"/>
            <a:chOff x="10380089" y="3275696"/>
            <a:chExt cx="232835" cy="209780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56075165-DF71-4064-91E7-6CDE0F78B36F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별: 꼭짓점 5개 154">
              <a:extLst>
                <a:ext uri="{FF2B5EF4-FFF2-40B4-BE49-F238E27FC236}">
                  <a16:creationId xmlns:a16="http://schemas.microsoft.com/office/drawing/2014/main" id="{0932B5D5-7B96-4C58-85DB-2A13A718FDC9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자유형: 도형 155">
              <a:extLst>
                <a:ext uri="{FF2B5EF4-FFF2-40B4-BE49-F238E27FC236}">
                  <a16:creationId xmlns:a16="http://schemas.microsoft.com/office/drawing/2014/main" id="{55E0D8A7-14B3-44BC-8050-ADA5D05333E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1630D0FA-8E99-43D1-A9AE-3D82B52EA22E}"/>
              </a:ext>
            </a:extLst>
          </p:cNvPr>
          <p:cNvGrpSpPr/>
          <p:nvPr/>
        </p:nvGrpSpPr>
        <p:grpSpPr>
          <a:xfrm>
            <a:off x="8911830" y="2298013"/>
            <a:ext cx="383413" cy="209780"/>
            <a:chOff x="3984021" y="1132618"/>
            <a:chExt cx="1249614" cy="683712"/>
          </a:xfrm>
        </p:grpSpPr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3D4D6BF6-3DE6-4F4B-B2A7-3287FC08354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DDF22881-A9C5-4E26-9102-83F8E561212B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3FFA7BFB-107A-48A1-BE2E-00BA349003B3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별: 꼭짓점 5개 160">
              <a:extLst>
                <a:ext uri="{FF2B5EF4-FFF2-40B4-BE49-F238E27FC236}">
                  <a16:creationId xmlns:a16="http://schemas.microsoft.com/office/drawing/2014/main" id="{2D70C5D6-B8D1-4BA5-A531-163F670023E5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18E36BB3-9A2A-4E0F-9E4D-F5879D27948F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화살표: 오각형 162">
              <a:extLst>
                <a:ext uri="{FF2B5EF4-FFF2-40B4-BE49-F238E27FC236}">
                  <a16:creationId xmlns:a16="http://schemas.microsoft.com/office/drawing/2014/main" id="{196A766E-21C3-4F79-97CA-50ADC7D4EBD6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BD59FAA9-B3C5-4127-97AF-D9CA8EB4DE0D}"/>
              </a:ext>
            </a:extLst>
          </p:cNvPr>
          <p:cNvGrpSpPr/>
          <p:nvPr/>
        </p:nvGrpSpPr>
        <p:grpSpPr>
          <a:xfrm>
            <a:off x="7864358" y="3087408"/>
            <a:ext cx="232835" cy="209780"/>
            <a:chOff x="10380089" y="3275696"/>
            <a:chExt cx="232835" cy="209780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9A71E4F6-87AE-49EF-BFEA-1DB7B3D94260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별: 꼭짓점 5개 172">
              <a:extLst>
                <a:ext uri="{FF2B5EF4-FFF2-40B4-BE49-F238E27FC236}">
                  <a16:creationId xmlns:a16="http://schemas.microsoft.com/office/drawing/2014/main" id="{04D7B563-DBDC-4D44-8EBD-5081D945DD71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자유형: 도형 173">
              <a:extLst>
                <a:ext uri="{FF2B5EF4-FFF2-40B4-BE49-F238E27FC236}">
                  <a16:creationId xmlns:a16="http://schemas.microsoft.com/office/drawing/2014/main" id="{FEA610DF-D355-464B-AA94-C08F11FC364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0983FE75-281E-4815-B425-0F6E4A79E044}"/>
              </a:ext>
            </a:extLst>
          </p:cNvPr>
          <p:cNvGrpSpPr/>
          <p:nvPr/>
        </p:nvGrpSpPr>
        <p:grpSpPr>
          <a:xfrm rot="1937880">
            <a:off x="9050483" y="3140754"/>
            <a:ext cx="227434" cy="209780"/>
            <a:chOff x="3984021" y="1132618"/>
            <a:chExt cx="741250" cy="683712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113BBBDF-641A-4870-9BFA-A3ADEB6956DB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E0691BEA-5B5C-426A-99FA-6042CA480BF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화살표: 오각형 177">
              <a:extLst>
                <a:ext uri="{FF2B5EF4-FFF2-40B4-BE49-F238E27FC236}">
                  <a16:creationId xmlns:a16="http://schemas.microsoft.com/office/drawing/2014/main" id="{FFE7A668-EAF6-49A8-A97A-BC201F086F01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ACEE7E79-34DD-4BD8-8207-6E1B878FC6BF}"/>
              </a:ext>
            </a:extLst>
          </p:cNvPr>
          <p:cNvGrpSpPr/>
          <p:nvPr/>
        </p:nvGrpSpPr>
        <p:grpSpPr>
          <a:xfrm rot="8100000">
            <a:off x="9997147" y="2312954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0C116CDB-8EA8-4562-8332-714734F9CF4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56BEE250-74CB-4425-A4CD-1E6779557FE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화살표: 오각형 181">
              <a:extLst>
                <a:ext uri="{FF2B5EF4-FFF2-40B4-BE49-F238E27FC236}">
                  <a16:creationId xmlns:a16="http://schemas.microsoft.com/office/drawing/2014/main" id="{952933A0-B53D-4FB4-8E56-CC481216D1BF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1172B370-0E68-46CF-B590-73651D8D12A8}"/>
              </a:ext>
            </a:extLst>
          </p:cNvPr>
          <p:cNvGrpSpPr/>
          <p:nvPr/>
        </p:nvGrpSpPr>
        <p:grpSpPr>
          <a:xfrm>
            <a:off x="10290862" y="2387883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8A6B7C08-3410-4AA3-A685-AE8DBC0168A0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별: 꼭짓점 5개 184">
              <a:extLst>
                <a:ext uri="{FF2B5EF4-FFF2-40B4-BE49-F238E27FC236}">
                  <a16:creationId xmlns:a16="http://schemas.microsoft.com/office/drawing/2014/main" id="{7BEF379B-E439-4785-8576-D96561516E94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자유형: 도형 185">
              <a:extLst>
                <a:ext uri="{FF2B5EF4-FFF2-40B4-BE49-F238E27FC236}">
                  <a16:creationId xmlns:a16="http://schemas.microsoft.com/office/drawing/2014/main" id="{2605EB64-52C3-4A95-893E-CDA8FDBDD89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63E10BAA-9827-4252-A9AF-B3EDA08D6985}"/>
              </a:ext>
            </a:extLst>
          </p:cNvPr>
          <p:cNvGrpSpPr/>
          <p:nvPr/>
        </p:nvGrpSpPr>
        <p:grpSpPr>
          <a:xfrm>
            <a:off x="10267248" y="2068415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71A117B6-BDFC-4D40-B06B-AC63657DBD9C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별: 꼭짓점 5개 188">
              <a:extLst>
                <a:ext uri="{FF2B5EF4-FFF2-40B4-BE49-F238E27FC236}">
                  <a16:creationId xmlns:a16="http://schemas.microsoft.com/office/drawing/2014/main" id="{F161EF3B-4A98-45FD-AD7F-0A8FF8999202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자유형: 도형 189">
              <a:extLst>
                <a:ext uri="{FF2B5EF4-FFF2-40B4-BE49-F238E27FC236}">
                  <a16:creationId xmlns:a16="http://schemas.microsoft.com/office/drawing/2014/main" id="{52634D05-8984-47AF-AEE3-30F1FD00964E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B1284D9F-8D9B-4CF1-A496-AD03814A08F4}"/>
              </a:ext>
            </a:extLst>
          </p:cNvPr>
          <p:cNvGrpSpPr/>
          <p:nvPr/>
        </p:nvGrpSpPr>
        <p:grpSpPr>
          <a:xfrm>
            <a:off x="10151227" y="2666489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D7CAEA69-9D19-45F3-9871-A56B2E5B2A66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별: 꼭짓점 5개 206">
              <a:extLst>
                <a:ext uri="{FF2B5EF4-FFF2-40B4-BE49-F238E27FC236}">
                  <a16:creationId xmlns:a16="http://schemas.microsoft.com/office/drawing/2014/main" id="{4D77B78B-560C-46BF-AE9A-B0B8B06DEBC8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자유형: 도형 207">
              <a:extLst>
                <a:ext uri="{FF2B5EF4-FFF2-40B4-BE49-F238E27FC236}">
                  <a16:creationId xmlns:a16="http://schemas.microsoft.com/office/drawing/2014/main" id="{C7098D51-54B9-48CC-9450-9FAEE4C28C2E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622ABD36-71DB-4E88-9A6C-CDFB37CB3481}"/>
              </a:ext>
            </a:extLst>
          </p:cNvPr>
          <p:cNvGrpSpPr/>
          <p:nvPr/>
        </p:nvGrpSpPr>
        <p:grpSpPr>
          <a:xfrm rot="1937880">
            <a:off x="10585847" y="2595518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166E76E7-FEB3-479A-A450-CDA4FE94CF5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타원 210">
              <a:extLst>
                <a:ext uri="{FF2B5EF4-FFF2-40B4-BE49-F238E27FC236}">
                  <a16:creationId xmlns:a16="http://schemas.microsoft.com/office/drawing/2014/main" id="{F5B2831C-61EC-4E39-AA96-B7BF9523BE6F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화살표: 오각형 211">
              <a:extLst>
                <a:ext uri="{FF2B5EF4-FFF2-40B4-BE49-F238E27FC236}">
                  <a16:creationId xmlns:a16="http://schemas.microsoft.com/office/drawing/2014/main" id="{58CA3C29-9C05-44F9-A68C-5213348F1902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B1A41F74-B618-4A91-8CCE-E8800DD2ED92}"/>
              </a:ext>
            </a:extLst>
          </p:cNvPr>
          <p:cNvGrpSpPr/>
          <p:nvPr/>
        </p:nvGrpSpPr>
        <p:grpSpPr>
          <a:xfrm rot="21382519">
            <a:off x="10615338" y="2208645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62BC040F-3FBC-4537-944B-A3F7F0A2465A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9B3D28EE-F676-41AB-9445-2CABD04C97D5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화살표: 오각형 215">
              <a:extLst>
                <a:ext uri="{FF2B5EF4-FFF2-40B4-BE49-F238E27FC236}">
                  <a16:creationId xmlns:a16="http://schemas.microsoft.com/office/drawing/2014/main" id="{74D2827F-B761-4096-B25B-E05D28178B3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F5C5983D-DFC9-40FB-92FE-AD275A92E93E}"/>
              </a:ext>
            </a:extLst>
          </p:cNvPr>
          <p:cNvGrpSpPr/>
          <p:nvPr/>
        </p:nvGrpSpPr>
        <p:grpSpPr>
          <a:xfrm rot="13282519">
            <a:off x="10769418" y="2562180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A8638E6C-FB49-4A44-91AB-72532958DE1E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별: 꼭짓점 5개 218">
              <a:extLst>
                <a:ext uri="{FF2B5EF4-FFF2-40B4-BE49-F238E27FC236}">
                  <a16:creationId xmlns:a16="http://schemas.microsoft.com/office/drawing/2014/main" id="{C5F09888-324E-473B-AD09-452E2D336F56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자유형: 도형 219">
              <a:extLst>
                <a:ext uri="{FF2B5EF4-FFF2-40B4-BE49-F238E27FC236}">
                  <a16:creationId xmlns:a16="http://schemas.microsoft.com/office/drawing/2014/main" id="{1654D30C-991C-430E-B7AE-3435052109B6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1" name="화살표: 아래쪽 220">
            <a:extLst>
              <a:ext uri="{FF2B5EF4-FFF2-40B4-BE49-F238E27FC236}">
                <a16:creationId xmlns:a16="http://schemas.microsoft.com/office/drawing/2014/main" id="{387F595E-A799-4261-BECA-F32183ABA797}"/>
              </a:ext>
            </a:extLst>
          </p:cNvPr>
          <p:cNvSpPr/>
          <p:nvPr/>
        </p:nvSpPr>
        <p:spPr>
          <a:xfrm rot="16200000">
            <a:off x="9387548" y="2585548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29F261D2-C4EC-4487-89BC-48656D67A4DE}"/>
              </a:ext>
            </a:extLst>
          </p:cNvPr>
          <p:cNvSpPr/>
          <p:nvPr/>
        </p:nvSpPr>
        <p:spPr>
          <a:xfrm>
            <a:off x="7381023" y="1596424"/>
            <a:ext cx="15872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Self-quenching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816C5B35-C6FD-4BA3-A47B-65B5DE078EC5}"/>
              </a:ext>
            </a:extLst>
          </p:cNvPr>
          <p:cNvCxnSpPr>
            <a:cxnSpLocks/>
          </p:cNvCxnSpPr>
          <p:nvPr/>
        </p:nvCxnSpPr>
        <p:spPr>
          <a:xfrm flipV="1">
            <a:off x="7265750" y="1907384"/>
            <a:ext cx="0" cy="1555577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24BA33D5-C626-41B9-B05E-E501C8A31D8B}"/>
              </a:ext>
            </a:extLst>
          </p:cNvPr>
          <p:cNvGrpSpPr/>
          <p:nvPr/>
        </p:nvGrpSpPr>
        <p:grpSpPr>
          <a:xfrm>
            <a:off x="9846906" y="2677131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14C62A80-0258-4FFD-945A-431844E7DD2F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타원 227">
              <a:extLst>
                <a:ext uri="{FF2B5EF4-FFF2-40B4-BE49-F238E27FC236}">
                  <a16:creationId xmlns:a16="http://schemas.microsoft.com/office/drawing/2014/main" id="{DD2C7497-0D60-42D0-B6D1-31ECD8139C53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화살표: 오각형 228">
              <a:extLst>
                <a:ext uri="{FF2B5EF4-FFF2-40B4-BE49-F238E27FC236}">
                  <a16:creationId xmlns:a16="http://schemas.microsoft.com/office/drawing/2014/main" id="{24C0BD6C-8054-4AA4-9307-09E22CBFADA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2A4EAE19-E6E5-45C8-8A32-83EE89B43567}"/>
              </a:ext>
            </a:extLst>
          </p:cNvPr>
          <p:cNvGrpSpPr/>
          <p:nvPr/>
        </p:nvGrpSpPr>
        <p:grpSpPr>
          <a:xfrm rot="13500000">
            <a:off x="10000986" y="3030666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F002DA3-5F87-4AFE-AB4C-DEEB3C842BAF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별: 꼭짓점 5개 231">
              <a:extLst>
                <a:ext uri="{FF2B5EF4-FFF2-40B4-BE49-F238E27FC236}">
                  <a16:creationId xmlns:a16="http://schemas.microsoft.com/office/drawing/2014/main" id="{C26A29EA-EE9E-433F-B896-52ECC26477C2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DB28D8CD-8BF7-4E3D-A0E4-60AF5AF337EF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64809582-D194-41EC-9989-9922F1CD7D66}"/>
              </a:ext>
            </a:extLst>
          </p:cNvPr>
          <p:cNvGrpSpPr/>
          <p:nvPr/>
        </p:nvGrpSpPr>
        <p:grpSpPr>
          <a:xfrm>
            <a:off x="10370105" y="2918356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40FC3D5C-F65A-4A0D-B00D-6503A2B9EFF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타원 235">
              <a:extLst>
                <a:ext uri="{FF2B5EF4-FFF2-40B4-BE49-F238E27FC236}">
                  <a16:creationId xmlns:a16="http://schemas.microsoft.com/office/drawing/2014/main" id="{2441AD2D-9BC1-4CE8-8FD0-D432201245D8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화살표: 오각형 236">
              <a:extLst>
                <a:ext uri="{FF2B5EF4-FFF2-40B4-BE49-F238E27FC236}">
                  <a16:creationId xmlns:a16="http://schemas.microsoft.com/office/drawing/2014/main" id="{F8EA708D-244C-449D-8251-330C3B6CDF2D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520CA757-88CB-436C-8641-A004BF4F08CC}"/>
              </a:ext>
            </a:extLst>
          </p:cNvPr>
          <p:cNvSpPr/>
          <p:nvPr/>
        </p:nvSpPr>
        <p:spPr>
          <a:xfrm>
            <a:off x="4658812" y="1596424"/>
            <a:ext cx="14371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Internal filter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40" name="번개 239">
            <a:extLst>
              <a:ext uri="{FF2B5EF4-FFF2-40B4-BE49-F238E27FC236}">
                <a16:creationId xmlns:a16="http://schemas.microsoft.com/office/drawing/2014/main" id="{52506B63-C935-4E9F-AF97-E63DD67F73C4}"/>
              </a:ext>
            </a:extLst>
          </p:cNvPr>
          <p:cNvSpPr/>
          <p:nvPr/>
        </p:nvSpPr>
        <p:spPr>
          <a:xfrm>
            <a:off x="4852829" y="2349793"/>
            <a:ext cx="294332" cy="294332"/>
          </a:xfrm>
          <a:prstGeom prst="lightningBolt">
            <a:avLst/>
          </a:prstGeom>
          <a:solidFill>
            <a:srgbClr val="877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AAE141AC-3740-4EA2-8B29-42E290ADC685}"/>
              </a:ext>
            </a:extLst>
          </p:cNvPr>
          <p:cNvGrpSpPr/>
          <p:nvPr/>
        </p:nvGrpSpPr>
        <p:grpSpPr>
          <a:xfrm rot="16200000">
            <a:off x="5988826" y="1807813"/>
            <a:ext cx="900587" cy="1385451"/>
            <a:chOff x="5067885" y="1794502"/>
            <a:chExt cx="900587" cy="1385451"/>
          </a:xfrm>
        </p:grpSpPr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4091C190-1D7A-43C3-B294-D25BF6D46498}"/>
                </a:ext>
              </a:extLst>
            </p:cNvPr>
            <p:cNvGrpSpPr/>
            <p:nvPr/>
          </p:nvGrpSpPr>
          <p:grpSpPr>
            <a:xfrm rot="5400000">
              <a:off x="5545397" y="2883357"/>
              <a:ext cx="383413" cy="209780"/>
              <a:chOff x="3984021" y="1132618"/>
              <a:chExt cx="1249614" cy="683712"/>
            </a:xfrm>
          </p:grpSpPr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03DE5AD5-CCE2-4606-9243-8D0B2DC2590A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직사각형 165">
                <a:extLst>
                  <a:ext uri="{FF2B5EF4-FFF2-40B4-BE49-F238E27FC236}">
                    <a16:creationId xmlns:a16="http://schemas.microsoft.com/office/drawing/2014/main" id="{6D5A189C-29DF-4D15-B96B-B4A3AA78850A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7" name="타원 166">
                <a:extLst>
                  <a:ext uri="{FF2B5EF4-FFF2-40B4-BE49-F238E27FC236}">
                    <a16:creationId xmlns:a16="http://schemas.microsoft.com/office/drawing/2014/main" id="{1DC8CA8A-37C7-4231-B75F-441BC313FB13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8" name="별: 꼭짓점 5개 167">
                <a:extLst>
                  <a:ext uri="{FF2B5EF4-FFF2-40B4-BE49-F238E27FC236}">
                    <a16:creationId xmlns:a16="http://schemas.microsoft.com/office/drawing/2014/main" id="{64987ADC-7F50-44D7-92EF-D5B4E5E5E70D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136A99D0-1132-44F2-AEEB-17ECA4FEBC44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0" name="화살표: 오각형 169">
                <a:extLst>
                  <a:ext uri="{FF2B5EF4-FFF2-40B4-BE49-F238E27FC236}">
                    <a16:creationId xmlns:a16="http://schemas.microsoft.com/office/drawing/2014/main" id="{B257F48E-6C70-4488-8BAE-5F2D1B7AAF0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1" name="그룹 240">
              <a:extLst>
                <a:ext uri="{FF2B5EF4-FFF2-40B4-BE49-F238E27FC236}">
                  <a16:creationId xmlns:a16="http://schemas.microsoft.com/office/drawing/2014/main" id="{A6F8C29F-891F-4821-B05A-9C9BF353D153}"/>
                </a:ext>
              </a:extLst>
            </p:cNvPr>
            <p:cNvGrpSpPr/>
            <p:nvPr/>
          </p:nvGrpSpPr>
          <p:grpSpPr>
            <a:xfrm rot="18900000">
              <a:off x="5735637" y="2407262"/>
              <a:ext cx="232835" cy="209780"/>
              <a:chOff x="10380089" y="3275696"/>
              <a:chExt cx="232835" cy="209780"/>
            </a:xfrm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13857956-7622-404F-B834-738A26F49EC8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3" name="별: 꼭짓점 5개 242">
                <a:extLst>
                  <a:ext uri="{FF2B5EF4-FFF2-40B4-BE49-F238E27FC236}">
                    <a16:creationId xmlns:a16="http://schemas.microsoft.com/office/drawing/2014/main" id="{9667EE28-EAA0-4F66-9FA4-E5C97A090A6E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4" name="자유형: 도형 243">
                <a:extLst>
                  <a:ext uri="{FF2B5EF4-FFF2-40B4-BE49-F238E27FC236}">
                    <a16:creationId xmlns:a16="http://schemas.microsoft.com/office/drawing/2014/main" id="{1AF01676-5DC3-4989-89A2-91DC8DE6B48B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5" name="그룹 244">
              <a:extLst>
                <a:ext uri="{FF2B5EF4-FFF2-40B4-BE49-F238E27FC236}">
                  <a16:creationId xmlns:a16="http://schemas.microsoft.com/office/drawing/2014/main" id="{13BA2633-AB52-4581-8849-827F5072EFBE}"/>
                </a:ext>
              </a:extLst>
            </p:cNvPr>
            <p:cNvGrpSpPr/>
            <p:nvPr/>
          </p:nvGrpSpPr>
          <p:grpSpPr>
            <a:xfrm rot="5400000">
              <a:off x="5431636" y="2320130"/>
              <a:ext cx="227434" cy="209780"/>
              <a:chOff x="3984021" y="1132618"/>
              <a:chExt cx="741250" cy="683712"/>
            </a:xfrm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46" name="직사각형 245">
                <a:extLst>
                  <a:ext uri="{FF2B5EF4-FFF2-40B4-BE49-F238E27FC236}">
                    <a16:creationId xmlns:a16="http://schemas.microsoft.com/office/drawing/2014/main" id="{0E8CD10B-1B20-4EAD-A0E2-DB9199A3FA5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7" name="타원 246">
                <a:extLst>
                  <a:ext uri="{FF2B5EF4-FFF2-40B4-BE49-F238E27FC236}">
                    <a16:creationId xmlns:a16="http://schemas.microsoft.com/office/drawing/2014/main" id="{72879B0B-E3F7-46FB-A4DA-A824EC0486C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8" name="화살표: 오각형 247">
                <a:extLst>
                  <a:ext uri="{FF2B5EF4-FFF2-40B4-BE49-F238E27FC236}">
                    <a16:creationId xmlns:a16="http://schemas.microsoft.com/office/drawing/2014/main" id="{820D7FF7-BA92-496C-BD75-F700B97413DB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9" name="그룹 248">
              <a:extLst>
                <a:ext uri="{FF2B5EF4-FFF2-40B4-BE49-F238E27FC236}">
                  <a16:creationId xmlns:a16="http://schemas.microsoft.com/office/drawing/2014/main" id="{1C3132B3-C1F1-468D-B1CA-85C2A692E843}"/>
                </a:ext>
              </a:extLst>
            </p:cNvPr>
            <p:cNvGrpSpPr/>
            <p:nvPr/>
          </p:nvGrpSpPr>
          <p:grpSpPr>
            <a:xfrm rot="3260885">
              <a:off x="5064100" y="2693185"/>
              <a:ext cx="383413" cy="209780"/>
              <a:chOff x="3984021" y="1132618"/>
              <a:chExt cx="1249614" cy="683712"/>
            </a:xfrm>
          </p:grpSpPr>
          <p:sp>
            <p:nvSpPr>
              <p:cNvPr id="250" name="직사각형 249">
                <a:extLst>
                  <a:ext uri="{FF2B5EF4-FFF2-40B4-BE49-F238E27FC236}">
                    <a16:creationId xmlns:a16="http://schemas.microsoft.com/office/drawing/2014/main" id="{054350C9-69A5-4260-97B4-9F09F176FB9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D0E94D29-5A3D-47B1-B654-8403852A5A24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2" name="타원 251">
                <a:extLst>
                  <a:ext uri="{FF2B5EF4-FFF2-40B4-BE49-F238E27FC236}">
                    <a16:creationId xmlns:a16="http://schemas.microsoft.com/office/drawing/2014/main" id="{9E57608C-C51E-4151-AF48-14A1E21589DD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3" name="별: 꼭짓점 5개 252">
                <a:extLst>
                  <a:ext uri="{FF2B5EF4-FFF2-40B4-BE49-F238E27FC236}">
                    <a16:creationId xmlns:a16="http://schemas.microsoft.com/office/drawing/2014/main" id="{3DE01165-DFCA-47BC-9F47-6BD604C89120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4" name="직사각형 253">
                <a:extLst>
                  <a:ext uri="{FF2B5EF4-FFF2-40B4-BE49-F238E27FC236}">
                    <a16:creationId xmlns:a16="http://schemas.microsoft.com/office/drawing/2014/main" id="{8DCF8152-E809-4627-9051-3ADF92BAF221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5" name="화살표: 오각형 254">
                <a:extLst>
                  <a:ext uri="{FF2B5EF4-FFF2-40B4-BE49-F238E27FC236}">
                    <a16:creationId xmlns:a16="http://schemas.microsoft.com/office/drawing/2014/main" id="{528F7EAC-DEA4-4738-B12B-8D38C7FA5D6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F2F8F0C5-5787-46A5-853B-E202EA499C4E}"/>
                </a:ext>
              </a:extLst>
            </p:cNvPr>
            <p:cNvGrpSpPr/>
            <p:nvPr/>
          </p:nvGrpSpPr>
          <p:grpSpPr>
            <a:xfrm rot="13500000">
              <a:off x="5578651" y="1803329"/>
              <a:ext cx="227434" cy="209780"/>
              <a:chOff x="3984021" y="1132618"/>
              <a:chExt cx="741250" cy="683712"/>
            </a:xfrm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57" name="직사각형 256">
                <a:extLst>
                  <a:ext uri="{FF2B5EF4-FFF2-40B4-BE49-F238E27FC236}">
                    <a16:creationId xmlns:a16="http://schemas.microsoft.com/office/drawing/2014/main" id="{1230F160-AA37-4A39-B78F-223B0B46EEDB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8" name="타원 257">
                <a:extLst>
                  <a:ext uri="{FF2B5EF4-FFF2-40B4-BE49-F238E27FC236}">
                    <a16:creationId xmlns:a16="http://schemas.microsoft.com/office/drawing/2014/main" id="{0298FA7B-8B87-416B-8E4F-29568E02255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9" name="화살표: 오각형 258">
                <a:extLst>
                  <a:ext uri="{FF2B5EF4-FFF2-40B4-BE49-F238E27FC236}">
                    <a16:creationId xmlns:a16="http://schemas.microsoft.com/office/drawing/2014/main" id="{48F49E34-E467-4F56-8276-E5D4C1BD308B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995777F5-10DD-46AE-BA96-388229ABFFC1}"/>
                </a:ext>
              </a:extLst>
            </p:cNvPr>
            <p:cNvGrpSpPr/>
            <p:nvPr/>
          </p:nvGrpSpPr>
          <p:grpSpPr>
            <a:xfrm rot="5400000">
              <a:off x="5056357" y="2057073"/>
              <a:ext cx="232835" cy="209780"/>
              <a:chOff x="10380089" y="3275696"/>
              <a:chExt cx="232835" cy="209780"/>
            </a:xfrm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61" name="직사각형 260">
                <a:extLst>
                  <a:ext uri="{FF2B5EF4-FFF2-40B4-BE49-F238E27FC236}">
                    <a16:creationId xmlns:a16="http://schemas.microsoft.com/office/drawing/2014/main" id="{F4DABA59-3CFA-421F-B071-072F5954AFC2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2" name="별: 꼭짓점 5개 261">
                <a:extLst>
                  <a:ext uri="{FF2B5EF4-FFF2-40B4-BE49-F238E27FC236}">
                    <a16:creationId xmlns:a16="http://schemas.microsoft.com/office/drawing/2014/main" id="{A2208AAE-BD41-447B-92A6-629064DAB6C6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3" name="자유형: 도형 262">
                <a:extLst>
                  <a:ext uri="{FF2B5EF4-FFF2-40B4-BE49-F238E27FC236}">
                    <a16:creationId xmlns:a16="http://schemas.microsoft.com/office/drawing/2014/main" id="{56DF6968-4152-4E59-A247-D1CA5F21EA6E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DFBF4723-1846-4A2E-B1B7-6C88631A1822}"/>
              </a:ext>
            </a:extLst>
          </p:cNvPr>
          <p:cNvGrpSpPr/>
          <p:nvPr/>
        </p:nvGrpSpPr>
        <p:grpSpPr>
          <a:xfrm rot="2099753">
            <a:off x="8344020" y="3136741"/>
            <a:ext cx="383413" cy="209780"/>
            <a:chOff x="3984021" y="1132618"/>
            <a:chExt cx="1249614" cy="683712"/>
          </a:xfrm>
        </p:grpSpPr>
        <p:sp>
          <p:nvSpPr>
            <p:cNvPr id="269" name="직사각형 268">
              <a:extLst>
                <a:ext uri="{FF2B5EF4-FFF2-40B4-BE49-F238E27FC236}">
                  <a16:creationId xmlns:a16="http://schemas.microsoft.com/office/drawing/2014/main" id="{9C24CCE8-0530-4005-BB46-D488C849DF0E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A5CB5BFB-446F-4A4B-BF10-98DAEB60E050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타원 270">
              <a:extLst>
                <a:ext uri="{FF2B5EF4-FFF2-40B4-BE49-F238E27FC236}">
                  <a16:creationId xmlns:a16="http://schemas.microsoft.com/office/drawing/2014/main" id="{D89086DE-4390-48B3-B078-C956E91772F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별: 꼭짓점 5개 271">
              <a:extLst>
                <a:ext uri="{FF2B5EF4-FFF2-40B4-BE49-F238E27FC236}">
                  <a16:creationId xmlns:a16="http://schemas.microsoft.com/office/drawing/2014/main" id="{48178DBB-9E68-4BFF-ADFC-07D56E17D5E7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E507FCC3-8349-4561-831E-43CAE9861433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화살표: 오각형 273">
              <a:extLst>
                <a:ext uri="{FF2B5EF4-FFF2-40B4-BE49-F238E27FC236}">
                  <a16:creationId xmlns:a16="http://schemas.microsoft.com/office/drawing/2014/main" id="{55279B1E-5779-4EC4-B5B1-CB2FA04E452A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34A407FB-1483-4D7B-A185-54B1B8682883}"/>
              </a:ext>
            </a:extLst>
          </p:cNvPr>
          <p:cNvSpPr/>
          <p:nvPr/>
        </p:nvSpPr>
        <p:spPr>
          <a:xfrm>
            <a:off x="2512332" y="2579737"/>
            <a:ext cx="8162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Long-time</a:t>
            </a:r>
            <a:endParaRPr lang="ko-KR" altLang="en-US" sz="1000" b="1" i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246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38539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for Hydrogel Immobilization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48FC84-F2D8-4AE6-97BD-8CE43745FC69}"/>
              </a:ext>
            </a:extLst>
          </p:cNvPr>
          <p:cNvSpPr txBox="1"/>
          <p:nvPr/>
        </p:nvSpPr>
        <p:spPr>
          <a:xfrm>
            <a:off x="96000" y="126942"/>
            <a:ext cx="175278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Works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1" name="Picture 2" descr="그림 2">
            <a:extLst>
              <a:ext uri="{FF2B5EF4-FFF2-40B4-BE49-F238E27FC236}">
                <a16:creationId xmlns:a16="http://schemas.microsoft.com/office/drawing/2014/main" id="{FB45C75B-4550-44E7-8247-6EDAFC4C62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7" b="52377"/>
          <a:stretch/>
        </p:blipFill>
        <p:spPr bwMode="auto">
          <a:xfrm>
            <a:off x="284889" y="3334614"/>
            <a:ext cx="5114925" cy="281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2" name="표 191">
            <a:extLst>
              <a:ext uri="{FF2B5EF4-FFF2-40B4-BE49-F238E27FC236}">
                <a16:creationId xmlns:a16="http://schemas.microsoft.com/office/drawing/2014/main" id="{493B53AB-B4DA-48EF-9B9B-FFE092DD7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142021"/>
              </p:ext>
            </p:extLst>
          </p:nvPr>
        </p:nvGraphicFramePr>
        <p:xfrm>
          <a:off x="284889" y="1433083"/>
          <a:ext cx="5461000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-His-Glu-Lys-Lys(FITC)-OH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0, 5, 10, 20, 40, 50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100, 500, 1000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90.88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pic>
        <p:nvPicPr>
          <p:cNvPr id="193" name="그림 192">
            <a:extLst>
              <a:ext uri="{FF2B5EF4-FFF2-40B4-BE49-F238E27FC236}">
                <a16:creationId xmlns:a16="http://schemas.microsoft.com/office/drawing/2014/main" id="{01217B91-D6C3-4C97-8E91-1D1904D8F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42" y="3457315"/>
            <a:ext cx="4255046" cy="2818800"/>
          </a:xfrm>
          <a:prstGeom prst="rect">
            <a:avLst/>
          </a:prstGeom>
        </p:spPr>
      </p:pic>
      <p:graphicFrame>
        <p:nvGraphicFramePr>
          <p:cNvPr id="194" name="표 193">
            <a:extLst>
              <a:ext uri="{FF2B5EF4-FFF2-40B4-BE49-F238E27FC236}">
                <a16:creationId xmlns:a16="http://schemas.microsoft.com/office/drawing/2014/main" id="{6AF6FC7E-C975-4B42-9491-ABE9630BF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7492"/>
              </p:ext>
            </p:extLst>
          </p:nvPr>
        </p:nvGraphicFramePr>
        <p:xfrm>
          <a:off x="5984875" y="1433083"/>
          <a:ext cx="5982561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68146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88177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2532640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</a:t>
                      </a:r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Gly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-Lys-Lys(FITC)-</a:t>
                      </a:r>
                      <a:r>
                        <a:rPr lang="en-US" sz="1100" u="none" strike="noStrike" dirty="0" err="1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Cys</a:t>
                      </a:r>
                      <a:endParaRPr lang="en-US" sz="1100" u="none" strike="noStrike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2 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0.3125, 0.625, 1.25, 2.5, 5 µg/mL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240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C33A38D-A216-42E1-89C8-451774A4C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506207"/>
              </p:ext>
            </p:extLst>
          </p:nvPr>
        </p:nvGraphicFramePr>
        <p:xfrm>
          <a:off x="337408" y="316899"/>
          <a:ext cx="11117300" cy="60962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1704">
                  <a:extLst>
                    <a:ext uri="{9D8B030D-6E8A-4147-A177-3AD203B41FA5}">
                      <a16:colId xmlns:a16="http://schemas.microsoft.com/office/drawing/2014/main" val="1393201260"/>
                    </a:ext>
                  </a:extLst>
                </a:gridCol>
                <a:gridCol w="920052">
                  <a:extLst>
                    <a:ext uri="{9D8B030D-6E8A-4147-A177-3AD203B41FA5}">
                      <a16:colId xmlns:a16="http://schemas.microsoft.com/office/drawing/2014/main" val="2403930956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3269583679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2436306793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3590060668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2887102584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733232240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4003066305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2489919623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1053463710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3927326606"/>
                    </a:ext>
                  </a:extLst>
                </a:gridCol>
              </a:tblGrid>
              <a:tr h="3759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0.3125ug/ml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0.625 ug/mL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1.25 ug/mL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2.5 ug/mL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 ug/mL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276329"/>
                  </a:ext>
                </a:extLst>
              </a:tr>
              <a:tr h="3445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RFU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SD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RFU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SD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RFU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SD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RFU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SD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RFU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SD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72226606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46387341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7445.16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100.496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9881.38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118.798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12628.2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157.84505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12772.3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194.578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14144.1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202.368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37410309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8383.01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102.692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10728.6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156.341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13384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148.01309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14331.8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212.436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16100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206.877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39472488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8692.2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163.541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11184.8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132.565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13696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171.55884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15121.7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231.322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15978.1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239.443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75452602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9333.98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127.057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11177.6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162.774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13723.1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160.5641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14880.4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218.857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16245.9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188.897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15202735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9165.91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151.964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10773.7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163.252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13672.3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167.952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14392.1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209.78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15697.6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253.965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27223942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9165.72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149.793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10773.5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151.47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13439.5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206.781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14470.3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192.144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15398.7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191.192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10431235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30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9301.82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135.79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10874.5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156.121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13812.7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183.112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14647.4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187.78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15834.8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210.288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76712195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64020848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9118251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- Peptide solution: 2 mM peptide + 4 mM DIPEA in DMF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14385294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- Add the peptide solution to the hydrogel and incubate for 2 h.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03379075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- Protease solution: Kgp + PBS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7824831"/>
                  </a:ext>
                </a:extLst>
              </a:tr>
              <a:tr h="551357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- Add the sample to the hydrogel, cover it with a cover glass, and then measure the RFU.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081319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- FITC filter, n= 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49802467"/>
                  </a:ext>
                </a:extLst>
              </a:tr>
            </a:tbl>
          </a:graphicData>
        </a:graphic>
      </p:graphicFrame>
      <p:pic>
        <p:nvPicPr>
          <p:cNvPr id="5" name="Object 1">
            <a:extLst>
              <a:ext uri="{63B3BB69-23CF-44E3-9099-C40C66FF867C}">
                <a14:compatExt xmlns:a14="http://schemas.microsoft.com/office/drawing/2010/main" spid="_x0000_s1025"/>
              </a:ext>
              <a:ext uri="{FF2B5EF4-FFF2-40B4-BE49-F238E27FC236}">
                <a16:creationId xmlns:a16="http://schemas.microsoft.com/office/drawing/2014/main" id="{00000000-0008-0000-0000-00000104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60" y="4650304"/>
            <a:ext cx="3381976" cy="156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17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216454C-0A91-48A9-BFA2-BE137B90A9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55"/>
          <a:stretch/>
        </p:blipFill>
        <p:spPr>
          <a:xfrm>
            <a:off x="1042432" y="432486"/>
            <a:ext cx="9127648" cy="599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477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13EE8A86-9236-492A-A3D7-CB02C2EBE634}"/>
              </a:ext>
            </a:extLst>
          </p:cNvPr>
          <p:cNvSpPr/>
          <p:nvPr/>
        </p:nvSpPr>
        <p:spPr>
          <a:xfrm>
            <a:off x="-1" y="1031199"/>
            <a:ext cx="12192001" cy="479560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557658F-60BC-4952-A490-EFD4489B40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68" y="101601"/>
            <a:ext cx="3065352" cy="7343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1D562B5-63DE-475B-9EEF-00F0F2786E2A}"/>
              </a:ext>
            </a:extLst>
          </p:cNvPr>
          <p:cNvSpPr/>
          <p:nvPr/>
        </p:nvSpPr>
        <p:spPr>
          <a:xfrm>
            <a:off x="156047" y="3075057"/>
            <a:ext cx="118799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000" b="1" i="1" dirty="0">
                <a:solidFill>
                  <a:schemeClr val="bg1"/>
                </a:solidFill>
              </a:rPr>
              <a:t>Thank</a:t>
            </a:r>
            <a:r>
              <a:rPr lang="ko-KR" altLang="en-US" sz="4000" b="1" i="1" dirty="0">
                <a:solidFill>
                  <a:schemeClr val="bg1"/>
                </a:solidFill>
              </a:rPr>
              <a:t> </a:t>
            </a:r>
            <a:r>
              <a:rPr lang="en-US" altLang="ko-KR" sz="4000" b="1" i="1" dirty="0">
                <a:solidFill>
                  <a:schemeClr val="bg1"/>
                </a:solidFill>
              </a:rPr>
              <a:t>you </a:t>
            </a:r>
            <a:r>
              <a:rPr lang="en-US" altLang="ko-KR" sz="4000" b="1" i="1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</a:p>
        </p:txBody>
      </p:sp>
    </p:spTree>
    <p:extLst>
      <p:ext uri="{BB962C8B-B14F-4D97-AF65-F5344CB8AC3E}">
        <p14:creationId xmlns:p14="http://schemas.microsoft.com/office/powerpoint/2010/main" val="4050498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1413</Words>
  <Application>Microsoft Office PowerPoint</Application>
  <PresentationFormat>와이드스크린</PresentationFormat>
  <Paragraphs>427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맑은 고딕</vt:lpstr>
      <vt:lpstr>함초롬돋움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김혜원</dc:creator>
  <cp:lastModifiedBy>김혜원</cp:lastModifiedBy>
  <cp:revision>59</cp:revision>
  <dcterms:created xsi:type="dcterms:W3CDTF">2025-10-29T03:47:02Z</dcterms:created>
  <dcterms:modified xsi:type="dcterms:W3CDTF">2025-11-17T04:36:46Z</dcterms:modified>
</cp:coreProperties>
</file>